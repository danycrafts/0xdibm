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61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/>
        </p14:section>
        <p14:section name="Example" id="{AF6BAE1C-90E8-45A9-86B2-32850850F6BD}">
          <p14:sldIdLst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FE2EA-0DEB-464D-BE0E-B000EA85F688}" v="3" dt="2025-03-04T09:37:02.53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224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Yinan" userId="421d868a-c032-4d91-af00-3f1baac01a62" providerId="ADAL" clId="{EDFFE2EA-0DEB-464D-BE0E-B000EA85F688}"/>
    <pc:docChg chg="modSld">
      <pc:chgData name="Li, Yinan" userId="421d868a-c032-4d91-af00-3f1baac01a62" providerId="ADAL" clId="{EDFFE2EA-0DEB-464D-BE0E-B000EA85F688}" dt="2025-03-04T09:37:02.536" v="4"/>
      <pc:docMkLst>
        <pc:docMk/>
      </pc:docMkLst>
      <pc:sldChg chg="modSp mod">
        <pc:chgData name="Li, Yinan" userId="421d868a-c032-4d91-af00-3f1baac01a62" providerId="ADAL" clId="{EDFFE2EA-0DEB-464D-BE0E-B000EA85F688}" dt="2025-03-04T09:37:02.536" v="4"/>
        <pc:sldMkLst>
          <pc:docMk/>
          <pc:sldMk cId="165634123" sldId="461"/>
        </pc:sldMkLst>
        <pc:spChg chg="mod">
          <ac:chgData name="Li, Yinan" userId="421d868a-c032-4d91-af00-3f1baac01a62" providerId="ADAL" clId="{EDFFE2EA-0DEB-464D-BE0E-B000EA85F688}" dt="2025-03-04T09:37:02.536" v="4"/>
          <ac:spMkLst>
            <pc:docMk/>
            <pc:sldMk cId="165634123" sldId="461"/>
            <ac:spMk id="3" creationId="{BF2BF599-91F8-48C7-8BDE-B4FFA12D66AE}"/>
          </ac:spMkLst>
        </pc:spChg>
        <pc:spChg chg="mod">
          <ac:chgData name="Li, Yinan" userId="421d868a-c032-4d91-af00-3f1baac01a62" providerId="ADAL" clId="{EDFFE2EA-0DEB-464D-BE0E-B000EA85F688}" dt="2025-03-04T09:37:02.536" v="4"/>
          <ac:spMkLst>
            <pc:docMk/>
            <pc:sldMk cId="165634123" sldId="461"/>
            <ac:spMk id="6" creationId="{7AE520FF-B46A-1030-AB52-953A583C3DBD}"/>
          </ac:spMkLst>
        </pc:spChg>
        <pc:spChg chg="mod">
          <ac:chgData name="Li, Yinan" userId="421d868a-c032-4d91-af00-3f1baac01a62" providerId="ADAL" clId="{EDFFE2EA-0DEB-464D-BE0E-B000EA85F688}" dt="2025-03-04T09:37:02.536" v="4"/>
          <ac:spMkLst>
            <pc:docMk/>
            <pc:sldMk cId="165634123" sldId="461"/>
            <ac:spMk id="19" creationId="{32355C8D-B482-4230-9347-2A41B76B1B0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3/4/2025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9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jpeg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6" y="548938"/>
            <a:ext cx="7059435" cy="666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ML Engineering Specialist</a:t>
            </a:r>
            <a:endParaRPr lang="de-DE" sz="2400" b="1" dirty="0">
              <a:latin typeface="Graphik Semibold"/>
            </a:endParaRPr>
          </a:p>
          <a:p>
            <a:pPr>
              <a:lnSpc>
                <a:spcPts val="2600"/>
              </a:lnSpc>
            </a:pPr>
            <a:endParaRPr lang="en-US" sz="2400" b="1" dirty="0">
              <a:latin typeface="Graphik Semibold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6" y="193228"/>
            <a:ext cx="7059435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One</a:t>
            </a: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40" y="1255646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1100"/>
            </a:br>
            <a:endParaRPr lang="en-US" sz="900">
              <a:solidFill>
                <a:srgbClr val="000000"/>
              </a:solidFill>
              <a:cs typeface="Arial"/>
            </a:endParaRP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5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/ ML Project (Jun 2022 – now) – Frontend Lead</a:t>
            </a: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u="sng" dirty="0">
                <a:solidFill>
                  <a:srgbClr val="000000"/>
                </a:solidFill>
                <a:cs typeface="Arial" pitchFamily="34" charset="0"/>
              </a:rPr>
              <a:t>DWH: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Coordination and performing frontend activities over multiple Tableau topics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Project estimations, time &amp; cost planning</a:t>
            </a: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u="sng" dirty="0">
                <a:solidFill>
                  <a:srgbClr val="000000"/>
                </a:solidFill>
                <a:cs typeface="Arial" pitchFamily="34" charset="0"/>
              </a:rPr>
              <a:t>ML: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Building Tableau &amp; Kibana dashboards: live monitoring input events / log monitoring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Analyzing python code / testing ML use cases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Project documentation: test cases, client requirements, system design etc.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(Jan 2020 – Jun 2022) – Frontend Lead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Finding effective frontend solutions / concept &amp; design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Leading Tableau development teams, agile working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(Jul 2018 – Jan 2020) – Frontend Developer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Developing and maintaining Tableau dashboards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Tableau Server user management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C563AB-2272-4F89-8C09-18EF55112C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8" r="13368"/>
          <a:stretch/>
        </p:blipFill>
        <p:spPr>
          <a:xfrm>
            <a:off x="451340" y="1147513"/>
            <a:ext cx="775441" cy="1058408"/>
          </a:xfrm>
          <a:prstGeom prst="rect">
            <a:avLst/>
          </a:prstGeom>
        </p:spPr>
      </p:pic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36213" y="1360404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One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Düsseldorf, Germany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Kandidat_One@accenture.com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520FF-B46A-1030-AB52-953A583C3DBD}"/>
              </a:ext>
            </a:extLst>
          </p:cNvPr>
          <p:cNvSpPr txBox="1"/>
          <p:nvPr/>
        </p:nvSpPr>
        <p:spPr>
          <a:xfrm>
            <a:off x="452843" y="2393110"/>
            <a:ext cx="2687891" cy="239783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Kandidat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 One is employed as a ML engineering specialist by Accenture Data &amp; AI Department.</a:t>
            </a: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She joined Accenture in February 2018. After successful completion of the big data jump start training, she </a:t>
            </a:r>
            <a:r>
              <a:rPr lang="en-US" sz="900" dirty="0">
                <a:solidFill>
                  <a:srgbClr val="000000"/>
                </a:solidFill>
              </a:rPr>
              <a:t>focused primarily on visual data analytics with Tableau based on Teradata &amp; Oracle databases.</a:t>
            </a: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Prior to Accenture, She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gained experience in mathematical programming and advanced statistics, working as a scientific assistant at the University.</a:t>
            </a:r>
            <a:endParaRPr lang="en-US" sz="900" dirty="0">
              <a:solidFill>
                <a:srgbClr val="000000"/>
              </a:solidFill>
            </a:endParaRP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holds a Master’s degree in Mathematics </a:t>
            </a:r>
            <a:r>
              <a:rPr lang="en-US" sz="900" dirty="0">
                <a:solidFill>
                  <a:schemeClr val="accent5">
                    <a:lumMod val="10000"/>
                  </a:schemeClr>
                </a:solidFill>
              </a:rPr>
              <a:t>specialized in optimization from HHU Düsseldorf.</a:t>
            </a:r>
            <a:endParaRPr lang="en-US" sz="900" dirty="0"/>
          </a:p>
        </p:txBody>
      </p:sp>
      <p:sp>
        <p:nvSpPr>
          <p:cNvPr id="4" name="Rechteck 12">
            <a:extLst>
              <a:ext uri="{FF2B5EF4-FFF2-40B4-BE49-F238E27FC236}">
                <a16:creationId xmlns:a16="http://schemas.microsoft.com/office/drawing/2014/main" id="{CA9A4831-B23C-FE12-EC30-C72187A4BC06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9"/>
            <a:ext cx="2031036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Certified Tableau Consultant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Teradata, Oracle, SQL, GitLab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Elastic, Kibana, Splunk, Linux, JIRA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MATLAB, R, Python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Scrum Master (PSMI), PRINCE2</a:t>
            </a:r>
            <a:endParaRPr lang="en-US" sz="750" dirty="0">
              <a:solidFill>
                <a:srgbClr val="000000"/>
              </a:solidFill>
              <a:cs typeface="Arial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" name="Rechteck 13">
            <a:extLst>
              <a:ext uri="{FF2B5EF4-FFF2-40B4-BE49-F238E27FC236}">
                <a16:creationId xmlns:a16="http://schemas.microsoft.com/office/drawing/2014/main" id="{45EDB8BB-15A6-FBFE-FA0F-8AA65494AD74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750" dirty="0">
                <a:solidFill>
                  <a:srgbClr val="000000"/>
                </a:solidFill>
                <a:cs typeface="Arial" panose="020B0604020202020204" pitchFamily="34" charset="0"/>
              </a:rPr>
              <a:t>Help and Public Services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750" dirty="0">
                <a:solidFill>
                  <a:srgbClr val="000000"/>
                </a:solidFill>
                <a:cs typeface="Arial" panose="020B0604020202020204" pitchFamily="34" charset="0"/>
              </a:rPr>
              <a:t>Research &amp; Development</a:t>
            </a: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" name="Rechteck 13">
            <a:extLst>
              <a:ext uri="{FF2B5EF4-FFF2-40B4-BE49-F238E27FC236}">
                <a16:creationId xmlns:a16="http://schemas.microsoft.com/office/drawing/2014/main" id="{B84800C0-AA60-86AA-71DD-08C5741839AF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7430998" y="4137822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German </a:t>
            </a: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English</a:t>
            </a: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Russian</a:t>
            </a: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9" descr="A person in a suit&#10;&#10;Description automatically generated">
            <a:extLst>
              <a:ext uri="{FF2B5EF4-FFF2-40B4-BE49-F238E27FC236}">
                <a16:creationId xmlns:a16="http://schemas.microsoft.com/office/drawing/2014/main" id="{422D339F-76C8-D057-8440-5236D6E5EB4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54735" t="-13221" r="138042" b="78606"/>
          <a:stretch/>
        </p:blipFill>
        <p:spPr>
          <a:xfrm>
            <a:off x="464189" y="1147512"/>
            <a:ext cx="763209" cy="105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41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5468e1-6f71-4c44-b477-4186644999e5" xsi:nil="true"/>
    <lcf76f155ced4ddcb4097134ff3c332f xmlns="67b97e1a-af86-4a96-97ed-5fa9bfb3ba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7EC4CC-CFB3-4CAC-8DCB-159F386D7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79D69A-B618-4F1D-B03E-4898CDB7CD46}">
  <ds:schemaRefs>
    <ds:schemaRef ds:uri="1532bac0-5326-4503-ba2d-f97cb42f07e8"/>
    <ds:schemaRef ds:uri="d9d3bc85-2298-417e-8173-e4861f87b0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45468e1-6f71-4c44-b477-4186644999e5"/>
    <ds:schemaRef ds:uri="67b97e1a-af86-4a96-97ed-5fa9bfb3ba3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1</TotalTime>
  <Words>277</Words>
  <Application>Microsoft Office PowerPoint</Application>
  <PresentationFormat>On-screen Show (16:9)</PresentationFormat>
  <Paragraphs>39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6</cp:revision>
  <dcterms:created xsi:type="dcterms:W3CDTF">2020-01-28T16:35:53Z</dcterms:created>
  <dcterms:modified xsi:type="dcterms:W3CDTF">2025-03-04T09:37:03Z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</Properties>
</file>