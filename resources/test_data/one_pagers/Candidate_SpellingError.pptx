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54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7DEB8B-EC4F-4E23-87E1-396AC9D9884D}">
          <p14:sldIdLst>
            <p14:sldId id="454"/>
          </p14:sldIdLst>
        </p14:section>
      </p14:sectionLst>
    </p:ex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las, Yoan" initials="SY" lastIdx="3" clrIdx="0">
    <p:extLst>
      <p:ext uri="{19B8F6BF-5375-455C-9EA6-DF929625EA0E}">
        <p15:presenceInfo xmlns:p15="http://schemas.microsoft.com/office/powerpoint/2012/main" userId="S::yoan.solas@accenture.com::16b1c6e0-2933-4141-a313-9c0c2aa2cc8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1BC21-A7D8-4B16-95D4-585F8DAD4298}" v="2" dt="2025-03-04T09:37:21.391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92" autoAdjust="0"/>
  </p:normalViewPr>
  <p:slideViewPr>
    <p:cSldViewPr snapToGrid="0">
      <p:cViewPr varScale="1">
        <p:scale>
          <a:sx n="193" d="100"/>
          <a:sy n="193" d="100"/>
        </p:scale>
        <p:origin x="880" y="332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roy, Anne" userId="S::anne.leroy@accenture.com::6888de5a-e29b-488a-b2be-ff8be9e866d4" providerId="AD" clId="Web-{59672004-9A69-68E1-B199-AE2561D053D9}"/>
    <pc:docChg chg="modSld">
      <pc:chgData name="Leroy, Anne" userId="S::anne.leroy@accenture.com::6888de5a-e29b-488a-b2be-ff8be9e866d4" providerId="AD" clId="Web-{59672004-9A69-68E1-B199-AE2561D053D9}" dt="2022-07-28T12:26:39.193" v="50" actId="20577"/>
      <pc:docMkLst>
        <pc:docMk/>
      </pc:docMkLst>
      <pc:sldChg chg="modSp">
        <pc:chgData name="Leroy, Anne" userId="S::anne.leroy@accenture.com::6888de5a-e29b-488a-b2be-ff8be9e866d4" providerId="AD" clId="Web-{59672004-9A69-68E1-B199-AE2561D053D9}" dt="2022-07-28T12:26:39.193" v="50" actId="20577"/>
        <pc:sldMkLst>
          <pc:docMk/>
          <pc:sldMk cId="1755652022" sldId="454"/>
        </pc:sldMkLst>
      </pc:sldChg>
    </pc:docChg>
  </pc:docChgLst>
  <pc:docChgLst>
    <pc:chgData name="Li, Yinan" userId="421d868a-c032-4d91-af00-3f1baac01a62" providerId="ADAL" clId="{0FC1BC21-A7D8-4B16-95D4-585F8DAD4298}"/>
    <pc:docChg chg="undo custSel modSld">
      <pc:chgData name="Li, Yinan" userId="421d868a-c032-4d91-af00-3f1baac01a62" providerId="ADAL" clId="{0FC1BC21-A7D8-4B16-95D4-585F8DAD4298}" dt="2025-03-04T11:32:16.129" v="26" actId="20577"/>
      <pc:docMkLst>
        <pc:docMk/>
      </pc:docMkLst>
      <pc:sldChg chg="modSp mod">
        <pc:chgData name="Li, Yinan" userId="421d868a-c032-4d91-af00-3f1baac01a62" providerId="ADAL" clId="{0FC1BC21-A7D8-4B16-95D4-585F8DAD4298}" dt="2025-03-04T11:32:16.129" v="26" actId="20577"/>
        <pc:sldMkLst>
          <pc:docMk/>
          <pc:sldMk cId="1755652022" sldId="454"/>
        </pc:sldMkLst>
        <pc:spChg chg="mod">
          <ac:chgData name="Li, Yinan" userId="421d868a-c032-4d91-af00-3f1baac01a62" providerId="ADAL" clId="{0FC1BC21-A7D8-4B16-95D4-585F8DAD4298}" dt="2025-03-04T09:37:21.391" v="4"/>
          <ac:spMkLst>
            <pc:docMk/>
            <pc:sldMk cId="1755652022" sldId="454"/>
            <ac:spMk id="3" creationId="{BF2BF599-91F8-48C7-8BDE-B4FFA12D66AE}"/>
          </ac:spMkLst>
        </pc:spChg>
        <pc:spChg chg="mod">
          <ac:chgData name="Li, Yinan" userId="421d868a-c032-4d91-af00-3f1baac01a62" providerId="ADAL" clId="{0FC1BC21-A7D8-4B16-95D4-585F8DAD4298}" dt="2025-03-04T09:37:21.391" v="4"/>
          <ac:spMkLst>
            <pc:docMk/>
            <pc:sldMk cId="1755652022" sldId="454"/>
            <ac:spMk id="19" creationId="{32355C8D-B482-4230-9347-2A41B76B1B0D}"/>
          </ac:spMkLst>
        </pc:spChg>
        <pc:spChg chg="mod">
          <ac:chgData name="Li, Yinan" userId="421d868a-c032-4d91-af00-3f1baac01a62" providerId="ADAL" clId="{0FC1BC21-A7D8-4B16-95D4-585F8DAD4298}" dt="2025-03-04T11:32:16.129" v="26" actId="20577"/>
          <ac:spMkLst>
            <pc:docMk/>
            <pc:sldMk cId="1755652022" sldId="454"/>
            <ac:spMk id="22" creationId="{B57B3A26-AB1B-4820-B23A-F5DA79D27B07}"/>
          </ac:spMkLst>
        </pc:spChg>
        <pc:spChg chg="mod">
          <ac:chgData name="Li, Yinan" userId="421d868a-c032-4d91-af00-3f1baac01a62" providerId="ADAL" clId="{0FC1BC21-A7D8-4B16-95D4-585F8DAD4298}" dt="2025-03-04T09:43:08.628" v="25" actId="20577"/>
          <ac:spMkLst>
            <pc:docMk/>
            <pc:sldMk cId="1755652022" sldId="454"/>
            <ac:spMk id="23" creationId="{1F20D39F-31C7-467B-A678-9C02A88B6A81}"/>
          </ac:spMkLst>
        </pc:spChg>
      </pc:sldChg>
    </pc:docChg>
  </pc:docChgLst>
  <pc:docChgLst>
    <pc:chgData name="Leroy, Anne" userId="S::anne.leroy@accenture.com::6888de5a-e29b-488a-b2be-ff8be9e866d4" providerId="AD" clId="Web-{E27F94C2-63B3-AF17-BEC5-FCEEFCE596CE}"/>
    <pc:docChg chg="modSld">
      <pc:chgData name="Leroy, Anne" userId="S::anne.leroy@accenture.com::6888de5a-e29b-488a-b2be-ff8be9e866d4" providerId="AD" clId="Web-{E27F94C2-63B3-AF17-BEC5-FCEEFCE596CE}" dt="2022-07-28T08:08:08.946" v="12" actId="20577"/>
      <pc:docMkLst>
        <pc:docMk/>
      </pc:docMkLst>
      <pc:sldChg chg="modSp">
        <pc:chgData name="Leroy, Anne" userId="S::anne.leroy@accenture.com::6888de5a-e29b-488a-b2be-ff8be9e866d4" providerId="AD" clId="Web-{E27F94C2-63B3-AF17-BEC5-FCEEFCE596CE}" dt="2022-07-28T08:08:08.946" v="12" actId="20577"/>
        <pc:sldMkLst>
          <pc:docMk/>
          <pc:sldMk cId="1755652022" sldId="454"/>
        </pc:sldMkLst>
      </pc:sldChg>
    </pc:docChg>
  </pc:docChgLst>
  <pc:docChgLst>
    <pc:chgData name="Li, Yinan" userId="421d868a-c032-4d91-af00-3f1baac01a62" providerId="ADAL" clId="{FAA11E7C-3576-446E-A7CD-68FE22FDE27A}"/>
    <pc:docChg chg="modSld">
      <pc:chgData name="Li, Yinan" userId="421d868a-c032-4d91-af00-3f1baac01a62" providerId="ADAL" clId="{FAA11E7C-3576-446E-A7CD-68FE22FDE27A}" dt="2025-03-04T13:58:54.148" v="2" actId="20577"/>
      <pc:docMkLst>
        <pc:docMk/>
      </pc:docMkLst>
      <pc:sldChg chg="modSp mod">
        <pc:chgData name="Li, Yinan" userId="421d868a-c032-4d91-af00-3f1baac01a62" providerId="ADAL" clId="{FAA11E7C-3576-446E-A7CD-68FE22FDE27A}" dt="2025-03-04T13:58:54.148" v="2" actId="20577"/>
        <pc:sldMkLst>
          <pc:docMk/>
          <pc:sldMk cId="1755652022" sldId="454"/>
        </pc:sldMkLst>
        <pc:spChg chg="mod">
          <ac:chgData name="Li, Yinan" userId="421d868a-c032-4d91-af00-3f1baac01a62" providerId="ADAL" clId="{FAA11E7C-3576-446E-A7CD-68FE22FDE27A}" dt="2025-03-04T13:58:54.148" v="2" actId="20577"/>
          <ac:spMkLst>
            <pc:docMk/>
            <pc:sldMk cId="1755652022" sldId="454"/>
            <ac:spMk id="23" creationId="{1F20D39F-31C7-467B-A678-9C02A88B6A81}"/>
          </ac:spMkLst>
        </pc:spChg>
        <pc:spChg chg="mod">
          <ac:chgData name="Li, Yinan" userId="421d868a-c032-4d91-af00-3f1baac01a62" providerId="ADAL" clId="{FAA11E7C-3576-446E-A7CD-68FE22FDE27A}" dt="2025-03-04T13:58:42.991" v="1" actId="20577"/>
          <ac:spMkLst>
            <pc:docMk/>
            <pc:sldMk cId="1755652022" sldId="454"/>
            <ac:spMk id="35" creationId="{CF983AA7-EA8F-4F01-A3AF-2FBC27283D1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3/4/2025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06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612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5" y="548005"/>
            <a:ext cx="7059435" cy="3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 dirty="0">
                <a:latin typeface="Graphik Semibold"/>
              </a:rPr>
              <a:t>Data Engineer Consultant</a:t>
            </a:r>
            <a:endParaRPr lang="en-US" dirty="0"/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5" y="193228"/>
            <a:ext cx="7059435" cy="354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 err="1">
                <a:solidFill>
                  <a:schemeClr val="accent3"/>
                </a:solidFill>
                <a:latin typeface="Graphik Semibold"/>
              </a:rPr>
              <a:t>Kandidat</a:t>
            </a:r>
            <a:r>
              <a:rPr lang="en-US" sz="3600" b="1" dirty="0">
                <a:solidFill>
                  <a:schemeClr val="accent3"/>
                </a:solidFill>
                <a:latin typeface="Graphik Semibold"/>
              </a:rPr>
              <a:t> Error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 algn="just">
              <a:spcAft>
                <a:spcPts val="600"/>
              </a:spcAft>
              <a:buClr>
                <a:srgbClr val="006699"/>
              </a:buClr>
              <a:defRPr/>
            </a:pPr>
            <a:br>
              <a:rPr lang="en-US" sz="900" dirty="0">
                <a:solidFill>
                  <a:schemeClr val="tx1"/>
                </a:solidFill>
              </a:rPr>
            </a:br>
            <a:r>
              <a:rPr lang="en-US" altLang="en-US" sz="900" dirty="0" err="1">
                <a:solidFill>
                  <a:schemeClr val="tx1"/>
                </a:solidFill>
              </a:rPr>
              <a:t>Kandidat</a:t>
            </a:r>
            <a:r>
              <a:rPr lang="en-US" altLang="en-US" sz="900" dirty="0">
                <a:solidFill>
                  <a:schemeClr val="tx1"/>
                </a:solidFill>
              </a:rPr>
              <a:t> Error a consultant </a:t>
            </a:r>
            <a:r>
              <a:rPr lang="en-GB" altLang="en-US" sz="900" dirty="0">
                <a:solidFill>
                  <a:schemeClr val="tx1"/>
                </a:solidFill>
              </a:rPr>
              <a:t>in Accenture Data &amp; AI branch.</a:t>
            </a:r>
            <a:endParaRPr lang="en-US" sz="9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altLang="en-US" sz="900" dirty="0">
                <a:solidFill>
                  <a:schemeClr val="tx1"/>
                </a:solidFill>
              </a:rPr>
              <a:t>She work in the textile inspection industry and have 4 years of experience in computer vision.</a:t>
            </a:r>
            <a:r>
              <a:rPr lang="en-CH" altLang="en-US" sz="900" dirty="0">
                <a:solidFill>
                  <a:schemeClr val="tx1"/>
                </a:solidFill>
              </a:rPr>
              <a:t> </a:t>
            </a:r>
            <a:r>
              <a:rPr lang="en-GB" altLang="en-US" sz="900">
                <a:solidFill>
                  <a:schemeClr val="tx1"/>
                </a:solidFill>
              </a:rPr>
              <a:t>She bring </a:t>
            </a:r>
            <a:r>
              <a:rPr lang="en-GB" altLang="en-US" sz="900" dirty="0">
                <a:solidFill>
                  <a:schemeClr val="tx1"/>
                </a:solidFill>
              </a:rPr>
              <a:t>in her expertise </a:t>
            </a:r>
            <a:r>
              <a:rPr lang="en-US" altLang="en-US" sz="900" dirty="0">
                <a:solidFill>
                  <a:schemeClr val="tx1"/>
                </a:solidFill>
              </a:rPr>
              <a:t>in various programming languages and in her works on databases.</a:t>
            </a:r>
          </a:p>
          <a:p>
            <a:pPr marL="0" indent="0" algn="just">
              <a:buNone/>
            </a:pPr>
            <a:endParaRPr lang="en-US" altLang="en-US" sz="900" dirty="0"/>
          </a:p>
          <a:p>
            <a:pPr algn="just">
              <a:spcAft>
                <a:spcPts val="600"/>
              </a:spcAft>
              <a:buClr>
                <a:srgbClr val="006699"/>
              </a:buClr>
              <a:defRPr/>
            </a:pPr>
            <a:r>
              <a:rPr lang="en-US" altLang="en-US" sz="900" dirty="0">
                <a:solidFill>
                  <a:schemeClr val="tx1"/>
                </a:solidFill>
              </a:rPr>
              <a:t>She </a:t>
            </a:r>
            <a:r>
              <a:rPr lang="en-US" altLang="en-US" sz="900" dirty="0" err="1">
                <a:solidFill>
                  <a:schemeClr val="tx1"/>
                </a:solidFill>
              </a:rPr>
              <a:t>holdss</a:t>
            </a:r>
            <a:r>
              <a:rPr lang="en-US" altLang="en-US" sz="900" dirty="0">
                <a:solidFill>
                  <a:schemeClr val="tx1"/>
                </a:solidFill>
              </a:rPr>
              <a:t> a Master of Science in advanced software engineering from the University of Leicester and an engineering degree from ECAM Lyon.</a:t>
            </a:r>
            <a:r>
              <a:rPr lang="en-US" altLang="en-US" sz="900" dirty="0">
                <a:latin typeface="Graphik" panose="020B0503030202060203" pitchFamily="34" charset="0"/>
              </a:rPr>
              <a:t>. </a:t>
            </a: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43233" y="1415743"/>
            <a:ext cx="5355141" cy="243166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algn="just"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/>
              </a:rPr>
              <a:t>British textile inspection manufacturer – A</a:t>
            </a:r>
            <a:r>
              <a:rPr lang="en-GB" sz="900" b="1">
                <a:solidFill>
                  <a:srgbClr val="000000"/>
                </a:solidFill>
                <a:cs typeface="Arial"/>
              </a:rPr>
              <a:t>utomationi </a:t>
            </a:r>
            <a:r>
              <a:rPr lang="en-GB" sz="900" b="1" dirty="0">
                <a:solidFill>
                  <a:srgbClr val="000000"/>
                </a:solidFill>
                <a:cs typeface="Arial"/>
              </a:rPr>
              <a:t>of a system setup </a:t>
            </a:r>
            <a:endParaRPr lang="en-GB" sz="900" b="1" dirty="0">
              <a:solidFill>
                <a:srgbClr val="000000"/>
              </a:solidFill>
              <a:cs typeface="Arial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Modelled </a:t>
            </a:r>
            <a:r>
              <a:rPr lang="en-GB" sz="900" dirty="0" err="1">
                <a:solidFill>
                  <a:srgbClr val="000000"/>
                </a:solidFill>
                <a:cs typeface="Arial" pitchFamily="34" charset="0"/>
              </a:rPr>
              <a:t>defecte</a:t>
            </a:r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 and detection method behaviours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rgbClr val="000000"/>
                </a:solidFill>
                <a:cs typeface="Arial"/>
              </a:rPr>
              <a:t>Extracted data from fabric images to design and develop statistical models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Linked an inspection system, an images acquisition system (CVB), and databases  (SQL server, Access) using socket communication, C# project</a:t>
            </a:r>
          </a:p>
          <a:p>
            <a:pPr algn="just">
              <a:defRPr/>
            </a:pPr>
            <a:endParaRPr lang="en-GB" sz="900" dirty="0">
              <a:solidFill>
                <a:schemeClr val="tx1"/>
              </a:solidFill>
              <a:cs typeface="Arial"/>
            </a:endParaRPr>
          </a:p>
          <a:p>
            <a:pPr algn="just">
              <a:spcAft>
                <a:spcPts val="600"/>
              </a:spcAft>
              <a:defRPr/>
            </a:pPr>
            <a:r>
              <a:rPr lang="en-US" sz="900" b="1" dirty="0">
                <a:solidFill>
                  <a:srgbClr val="000000"/>
                </a:solidFill>
                <a:cs typeface="Arial"/>
              </a:rPr>
              <a:t>British textile inspection </a:t>
            </a:r>
            <a:r>
              <a:rPr lang="en-US" sz="900" b="1" dirty="0" err="1">
                <a:solidFill>
                  <a:srgbClr val="000000"/>
                </a:solidFill>
                <a:cs typeface="Arial"/>
              </a:rPr>
              <a:t>manufacturerrr</a:t>
            </a:r>
            <a:r>
              <a:rPr lang="en-US" sz="900" b="1" dirty="0">
                <a:solidFill>
                  <a:srgbClr val="000000"/>
                </a:solidFill>
                <a:cs typeface="Arial"/>
              </a:rPr>
              <a:t> – Defect detection using computer vision</a:t>
            </a:r>
            <a:r>
              <a:rPr lang="en-GB" sz="900" b="1" dirty="0">
                <a:solidFill>
                  <a:srgbClr val="000000"/>
                </a:solidFill>
                <a:cs typeface="Arial"/>
              </a:rPr>
              <a:t> </a:t>
            </a:r>
            <a:endParaRPr lang="en-GB" dirty="0"/>
          </a:p>
          <a:p>
            <a:pPr marL="171450" indent="-171450" algn="just" eaLnBrk="0" hangingPunct="0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dirty="0">
                <a:solidFill>
                  <a:schemeClr val="tx1"/>
                </a:solidFill>
                <a:latin typeface="Graphik" panose="020B0503030202060203" pitchFamily="34" charset="0"/>
              </a:rPr>
              <a:t>Designed and developed new image processing methods to inspect fabrics (C++, OpenCV)</a:t>
            </a:r>
            <a:endParaRPr lang="en-GB" sz="900" dirty="0">
              <a:solidFill>
                <a:srgbClr val="000000"/>
              </a:solidFill>
              <a:cs typeface="Arial" pitchFamily="34" charset="0"/>
            </a:endParaRPr>
          </a:p>
          <a:p>
            <a:pPr marL="171450" indent="-171450" algn="just" eaLnBrk="0" hangingPunct="0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dirty="0">
                <a:solidFill>
                  <a:srgbClr val="000000"/>
                </a:solidFill>
                <a:latin typeface="Graphik" panose="020B0503030202060203" pitchFamily="34" charset="0"/>
                <a:cs typeface="Arial" pitchFamily="34" charset="0"/>
              </a:rPr>
              <a:t>Optimised processes and bench tested various alternatives</a:t>
            </a:r>
          </a:p>
          <a:p>
            <a:pPr marL="171450" indent="-171450" algn="just" eaLnBrk="0" hangingPunct="0"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GB" sz="900" dirty="0">
                <a:solidFill>
                  <a:srgbClr val="000000"/>
                </a:solidFill>
                <a:cs typeface="Arial" pitchFamily="34" charset="0"/>
              </a:rPr>
              <a:t>Collected, processed and analysing km of fabrics to test new features before deployment</a:t>
            </a:r>
            <a:endParaRPr lang="en-GB" sz="900" dirty="0">
              <a:solidFill>
                <a:schemeClr val="tx1"/>
              </a:solidFill>
              <a:latin typeface="Graphik" panose="020B0503030202060203" pitchFamily="34" charset="0"/>
            </a:endParaRPr>
          </a:p>
          <a:p>
            <a:pPr algn="just"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GB" sz="900" b="1" dirty="0">
                <a:solidFill>
                  <a:srgbClr val="000000"/>
                </a:solidFill>
                <a:cs typeface="Arial" pitchFamily="34" charset="0"/>
              </a:rPr>
              <a:t>German Japanese steel manufacturer -  improving the logistic of a production site</a:t>
            </a:r>
          </a:p>
          <a:p>
            <a:pPr marL="171450" lvl="1" indent="-17145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  <a:latin typeface="Graphik" panose="020B0503030202060203" pitchFamily="34" charset="0"/>
              </a:rPr>
              <a:t>Developed an application simulating the management of a production site using JAVA</a:t>
            </a:r>
          </a:p>
          <a:p>
            <a:pPr marL="171450" lvl="1" indent="-17145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  <a:latin typeface="Graphik" panose="020B0503030202060203" pitchFamily="34" charset="0"/>
              </a:rPr>
              <a:t>Sharing and </a:t>
            </a:r>
            <a:r>
              <a:rPr lang="en-GB" sz="900" dirty="0" err="1">
                <a:solidFill>
                  <a:schemeClr val="tx1"/>
                </a:solidFill>
                <a:latin typeface="Graphik" panose="020B0503030202060203" pitchFamily="34" charset="0"/>
              </a:rPr>
              <a:t>presentedd</a:t>
            </a:r>
            <a:r>
              <a:rPr lang="en-GB" sz="900" dirty="0">
                <a:solidFill>
                  <a:schemeClr val="tx1"/>
                </a:solidFill>
                <a:latin typeface="Graphik" panose="020B0503030202060203" pitchFamily="34" charset="0"/>
              </a:rPr>
              <a:t> the app new features to the final users</a:t>
            </a:r>
          </a:p>
          <a:p>
            <a:pPr marL="171450" lvl="1" indent="-171450" algn="just"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endParaRPr lang="en-US" sz="900" b="0" dirty="0">
              <a:solidFill>
                <a:schemeClr val="tx1"/>
              </a:solidFill>
              <a:latin typeface="Graphik" panose="020B0503030202060203" pitchFamily="34" charset="0"/>
            </a:endParaRPr>
          </a:p>
        </p:txBody>
      </p:sp>
      <p:sp>
        <p:nvSpPr>
          <p:cNvPr id="28" name="Rechteck 13">
            <a:extLst>
              <a:ext uri="{FF2B5EF4-FFF2-40B4-BE49-F238E27FC236}">
                <a16:creationId xmlns:a16="http://schemas.microsoft.com/office/drawing/2014/main" id="{CBB4042B-1208-4045-B4C5-895700C8460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270" lvl="1" indent="-12827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chemeClr val="tx1"/>
                </a:solidFill>
                <a:cs typeface="Arial" panose="020B0604020202020204" pitchFamily="34" charset="0"/>
              </a:rPr>
              <a:t>Textile inspection</a:t>
            </a:r>
            <a:endParaRPr lang="en-US"/>
          </a:p>
          <a:p>
            <a:pPr marL="128270" lvl="1" indent="-12827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chemeClr val="tx1"/>
                </a:solidFill>
                <a:cs typeface="Arial" panose="020B0604020202020204" pitchFamily="34" charset="0"/>
              </a:rPr>
              <a:t>Steel manufacturing</a:t>
            </a:r>
          </a:p>
          <a:p>
            <a:pPr marL="128270" lvl="1" indent="-12827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chemeClr val="tx1"/>
                </a:solidFill>
                <a:cs typeface="Arial" panose="020B0604020202020204" pitchFamily="34" charset="0"/>
              </a:rPr>
              <a:t>Computer vision</a:t>
            </a:r>
          </a:p>
          <a:p>
            <a:pPr marL="128270" lvl="1" indent="-12827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chemeClr val="tx1"/>
                </a:solidFill>
                <a:cs typeface="Arial"/>
              </a:rPr>
              <a:t>Defect detection</a:t>
            </a:r>
            <a:endParaRPr lang="en-US" sz="9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1" name="Rechteck 12">
            <a:extLst>
              <a:ext uri="{FF2B5EF4-FFF2-40B4-BE49-F238E27FC236}">
                <a16:creationId xmlns:a16="http://schemas.microsoft.com/office/drawing/2014/main" id="{11CA312B-03A9-41D3-AC78-B7E1AD8A7200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3" y="4139288"/>
            <a:ext cx="2102020" cy="7297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270" lvl="1" indent="-12827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C/C++ (Boost, OpenCV, Qt, VTK)</a:t>
            </a:r>
            <a:endParaRPr lang="en-US"/>
          </a:p>
          <a:p>
            <a:pPr marL="128270" lvl="1" indent="-12827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Data science &amp; Computer vision</a:t>
            </a:r>
          </a:p>
          <a:p>
            <a:pPr marL="128270" lvl="1" indent="-12827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Databases (SQL server, Access)</a:t>
            </a:r>
          </a:p>
          <a:p>
            <a:pPr marL="128270" lvl="1" indent="-12827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/>
              </a:rPr>
              <a:t>AWS, python</a:t>
            </a:r>
            <a:endParaRPr lang="en-US" sz="9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5" name="Rechteck 13">
            <a:extLst>
              <a:ext uri="{FF2B5EF4-FFF2-40B4-BE49-F238E27FC236}">
                <a16:creationId xmlns:a16="http://schemas.microsoft.com/office/drawing/2014/main" id="{CF983AA7-EA8F-4F01-A3AF-2FBC27283D1A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 err="1">
                <a:solidFill>
                  <a:srgbClr val="000000"/>
                </a:solidFill>
                <a:cs typeface="Arial" panose="020B0604020202020204" pitchFamily="34" charset="0"/>
              </a:rPr>
              <a:t>English</a:t>
            </a:r>
            <a:r>
              <a:rPr lang="en-US" altLang="zh-CN" sz="900" dirty="0" err="1">
                <a:solidFill>
                  <a:srgbClr val="000000"/>
                </a:solidFill>
                <a:cs typeface="Arial" panose="020B0604020202020204" pitchFamily="34" charset="0"/>
              </a:rPr>
              <a:t>h</a:t>
            </a:r>
            <a:r>
              <a:rPr 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 (P4)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German (P2)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anose="020B0604020202020204" pitchFamily="34" charset="0"/>
              </a:rPr>
              <a:t>French (P4)</a:t>
            </a:r>
          </a:p>
        </p:txBody>
      </p:sp>
      <p:sp>
        <p:nvSpPr>
          <p:cNvPr id="3" name="Rechteck 18">
            <a:extLst>
              <a:ext uri="{FF2B5EF4-FFF2-40B4-BE49-F238E27FC236}">
                <a16:creationId xmlns:a16="http://schemas.microsoft.com/office/drawing/2014/main" id="{BF2BF599-91F8-48C7-8BDE-B4FFA12D66AE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1336213" y="1360403"/>
            <a:ext cx="1942998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900" b="1" dirty="0" err="1">
                <a:solidFill>
                  <a:schemeClr val="tx1"/>
                </a:solidFill>
                <a:ea typeface="+mn-lt"/>
                <a:cs typeface="+mn-lt"/>
              </a:rPr>
              <a:t>Kandidat</a:t>
            </a:r>
            <a:r>
              <a:rPr lang="en-US" sz="900" b="1" dirty="0">
                <a:solidFill>
                  <a:schemeClr val="tx1"/>
                </a:solidFill>
                <a:ea typeface="+mn-lt"/>
                <a:cs typeface="+mn-lt"/>
              </a:rPr>
              <a:t> Error</a:t>
            </a: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Geneva, Switzerland</a:t>
            </a:r>
            <a:endParaRPr lang="en-US" sz="900" dirty="0">
              <a:ea typeface="+mn-lt"/>
              <a:cs typeface="+mn-lt"/>
            </a:endParaRPr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  <a:ea typeface="+mn-lt"/>
                <a:cs typeface="+mn-lt"/>
              </a:rPr>
              <a:t>Kandidat_Error@accenture.com</a:t>
            </a:r>
            <a:endParaRPr lang="en-US" dirty="0"/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6520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1F4B73F002E8488E83D0E4C091F29F" ma:contentTypeVersion="11" ma:contentTypeDescription="Ein neues Dokument erstellen." ma:contentTypeScope="" ma:versionID="b720047d98736ab621cf34587d887469">
  <xsd:schema xmlns:xsd="http://www.w3.org/2001/XMLSchema" xmlns:xs="http://www.w3.org/2001/XMLSchema" xmlns:p="http://schemas.microsoft.com/office/2006/metadata/properties" xmlns:ns2="67b97e1a-af86-4a96-97ed-5fa9bfb3ba38" xmlns:ns3="445468e1-6f71-4c44-b477-4186644999e5" targetNamespace="http://schemas.microsoft.com/office/2006/metadata/properties" ma:root="true" ma:fieldsID="91f1c372994cb6bb97ff95ba7ec4c94a" ns2:_="" ns3:_="">
    <xsd:import namespace="67b97e1a-af86-4a96-97ed-5fa9bfb3ba38"/>
    <xsd:import namespace="445468e1-6f71-4c44-b477-4186644999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97e1a-af86-4a96-97ed-5fa9bfb3b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5468e1-6f71-4c44-b477-4186644999e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b92f0e9-bcfb-4d9a-9406-507f9b79b449}" ma:internalName="TaxCatchAll" ma:showField="CatchAllData" ma:web="445468e1-6f71-4c44-b477-4186644999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b97e1a-af86-4a96-97ed-5fa9bfb3ba38">
      <Terms xmlns="http://schemas.microsoft.com/office/infopath/2007/PartnerControls"/>
    </lcf76f155ced4ddcb4097134ff3c332f>
    <TaxCatchAll xmlns="445468e1-6f71-4c44-b477-4186644999e5" xsi:nil="true"/>
  </documentManagement>
</p:properties>
</file>

<file path=customXml/itemProps1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93E185-4EDC-42BA-B0E4-ABE44B176E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b97e1a-af86-4a96-97ed-5fa9bfb3ba38"/>
    <ds:schemaRef ds:uri="445468e1-6f71-4c44-b477-418664499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79D69A-B618-4F1D-B03E-4898CDB7CD46}">
  <ds:schemaRefs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1532bac0-5326-4503-ba2d-f97cb42f07e8"/>
    <ds:schemaRef ds:uri="http://purl.org/dc/terms/"/>
    <ds:schemaRef ds:uri="d9d3bc85-2298-417e-8173-e4861f87b0ac"/>
    <ds:schemaRef ds:uri="044554ec-0cae-40cb-a11c-8125305b745f"/>
    <ds:schemaRef ds:uri="447dc943-7537-4db7-9322-d42ee43ab0cd"/>
    <ds:schemaRef ds:uri="67b97e1a-af86-4a96-97ed-5fa9bfb3ba38"/>
    <ds:schemaRef ds:uri="445468e1-6f71-4c44-b477-4186644999e5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7</TotalTime>
  <Words>270</Words>
  <Application>Microsoft Office PowerPoint</Application>
  <PresentationFormat>On-screen Show (16:9)</PresentationFormat>
  <Paragraphs>33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39</cp:revision>
  <dcterms:created xsi:type="dcterms:W3CDTF">2020-01-28T16:35:53Z</dcterms:created>
  <dcterms:modified xsi:type="dcterms:W3CDTF">2025-03-04T13:58:55Z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0x0101002E1F4B73F002E8488E83D0E4C091F29F</vt:lpwstr>
  </property>
  <property fmtid="{D5CDD505-2E9C-101B-9397-08002B2CF9AE}" pid="3" name="MediaServiceImageTags">
    <vt:lpwstr/>
  </property>
</Properties>
</file>