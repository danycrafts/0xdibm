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11EB4F-542C-44CB-AFF5-B3938F40C85E}" v="5" dt="2025-03-04T09:36:44.164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91" d="100"/>
          <a:sy n="191" d="100"/>
        </p:scale>
        <p:origin x="16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, Alexandra" userId="S::alexandra.willi@accenture.com::c799788e-af23-47b4-b754-4752d6f88243" providerId="AD" clId="Web-{C844FDA1-9778-B74A-2696-5E8CC811992E}"/>
    <pc:docChg chg="modSld">
      <pc:chgData name="Willi, Alexandra" userId="S::alexandra.willi@accenture.com::c799788e-af23-47b4-b754-4752d6f88243" providerId="AD" clId="Web-{C844FDA1-9778-B74A-2696-5E8CC811992E}" dt="2023-09-28T09:24:54.868" v="0" actId="20577"/>
      <pc:docMkLst>
        <pc:docMk/>
      </pc:docMkLst>
      <pc:sldChg chg="modSp">
        <pc:chgData name="Willi, Alexandra" userId="S::alexandra.willi@accenture.com::c799788e-af23-47b4-b754-4752d6f88243" providerId="AD" clId="Web-{C844FDA1-9778-B74A-2696-5E8CC811992E}" dt="2023-09-28T09:24:54.868" v="0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E409B780-71D3-6BF0-4249-9C1929D71B28}"/>
    <pc:docChg chg="modSld">
      <pc:chgData name="Willi, Alexandra" userId="S::alexandra.willi@accenture.com::c799788e-af23-47b4-b754-4752d6f88243" providerId="AD" clId="Web-{E409B780-71D3-6BF0-4249-9C1929D71B28}" dt="2024-08-07T15:50:01.846" v="0" actId="20577"/>
      <pc:docMkLst>
        <pc:docMk/>
      </pc:docMkLst>
      <pc:sldChg chg="modSp">
        <pc:chgData name="Willi, Alexandra" userId="S::alexandra.willi@accenture.com::c799788e-af23-47b4-b754-4752d6f88243" providerId="AD" clId="Web-{E409B780-71D3-6BF0-4249-9C1929D71B28}" dt="2024-08-07T15:50:01.846" v="0" actId="20577"/>
        <pc:sldMkLst>
          <pc:docMk/>
          <pc:sldMk cId="2397939600" sldId="461"/>
        </pc:sldMkLst>
      </pc:sldChg>
    </pc:docChg>
  </pc:docChgLst>
  <pc:docChgLst>
    <pc:chgData name="Willi, Alexandra" userId="c799788e-af23-47b4-b754-4752d6f88243" providerId="ADAL" clId="{6FD40461-74EF-CD49-9D26-003E51D82770}"/>
    <pc:docChg chg="undo custSel modSld">
      <pc:chgData name="Willi, Alexandra" userId="c799788e-af23-47b4-b754-4752d6f88243" providerId="ADAL" clId="{6FD40461-74EF-CD49-9D26-003E51D82770}" dt="2024-08-07T09:54:24.387" v="684" actId="20577"/>
      <pc:docMkLst>
        <pc:docMk/>
      </pc:docMkLst>
      <pc:sldChg chg="modSp mod">
        <pc:chgData name="Willi, Alexandra" userId="c799788e-af23-47b4-b754-4752d6f88243" providerId="ADAL" clId="{6FD40461-74EF-CD49-9D26-003E51D82770}" dt="2024-08-07T09:53:35.290" v="677" actId="20577"/>
        <pc:sldMkLst>
          <pc:docMk/>
          <pc:sldMk cId="2397939600" sldId="461"/>
        </pc:sldMkLst>
      </pc:sldChg>
      <pc:sldChg chg="modSp mod">
        <pc:chgData name="Willi, Alexandra" userId="c799788e-af23-47b4-b754-4752d6f88243" providerId="ADAL" clId="{6FD40461-74EF-CD49-9D26-003E51D82770}" dt="2024-08-07T09:54:24.387" v="68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6EC2779B-CDB9-2BB2-E769-DF02744E83AF}"/>
    <pc:docChg chg="modSld">
      <pc:chgData name="Willi, Alexandra" userId="S::alexandra.willi@accenture.com::c799788e-af23-47b4-b754-4752d6f88243" providerId="AD" clId="Web-{6EC2779B-CDB9-2BB2-E769-DF02744E83AF}" dt="2023-08-15T13:13:48.921" v="32"/>
      <pc:docMkLst>
        <pc:docMk/>
      </pc:docMkLst>
      <pc:sldChg chg="modSp">
        <pc:chgData name="Willi, Alexandra" userId="S::alexandra.willi@accenture.com::c799788e-af23-47b4-b754-4752d6f88243" providerId="AD" clId="Web-{6EC2779B-CDB9-2BB2-E769-DF02744E83AF}" dt="2023-08-15T13:13:48.921" v="32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BFCF489C-8FE4-030E-3C28-0503755592C6}"/>
    <pc:docChg chg="addSld delSld modSld modSection">
      <pc:chgData name="Willi, Alexandra" userId="S::alexandra.willi@accenture.com::c799788e-af23-47b4-b754-4752d6f88243" providerId="AD" clId="Web-{BFCF489C-8FE4-030E-3C28-0503755592C6}" dt="2023-08-18T08:25:36.552" v="6"/>
      <pc:docMkLst>
        <pc:docMk/>
      </pc:docMkLst>
      <pc:sldChg chg="modSp">
        <pc:chgData name="Willi, Alexandra" userId="S::alexandra.willi@accenture.com::c799788e-af23-47b4-b754-4752d6f88243" providerId="AD" clId="Web-{BFCF489C-8FE4-030E-3C28-0503755592C6}" dt="2023-08-18T08:24:57.346" v="1" actId="20577"/>
        <pc:sldMkLst>
          <pc:docMk/>
          <pc:sldMk cId="2397939600" sldId="461"/>
        </pc:sldMkLst>
      </pc:sldChg>
      <pc:sldChg chg="addSp delSp modSp add del">
        <pc:chgData name="Willi, Alexandra" userId="S::alexandra.willi@accenture.com::c799788e-af23-47b4-b754-4752d6f88243" providerId="AD" clId="Web-{BFCF489C-8FE4-030E-3C28-0503755592C6}" dt="2023-08-18T08:25:36.552" v="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00C29B33-73EB-FD44-7FF2-EC4C1C66B125}"/>
    <pc:docChg chg="modSld">
      <pc:chgData name="Willi, Alexandra" userId="S::alexandra.willi@accenture.com::c799788e-af23-47b4-b754-4752d6f88243" providerId="AD" clId="Web-{00C29B33-73EB-FD44-7FF2-EC4C1C66B125}" dt="2023-08-15T13:32:45.054" v="226" actId="14100"/>
      <pc:docMkLst>
        <pc:docMk/>
      </pc:docMkLst>
      <pc:sldChg chg="modSp">
        <pc:chgData name="Willi, Alexandra" userId="S::alexandra.willi@accenture.com::c799788e-af23-47b4-b754-4752d6f88243" providerId="AD" clId="Web-{00C29B33-73EB-FD44-7FF2-EC4C1C66B125}" dt="2023-08-15T13:25:36.085" v="17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00C29B33-73EB-FD44-7FF2-EC4C1C66B125}" dt="2023-08-15T13:32:45.054" v="226" actId="14100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9E16675C-DDCE-BBCB-4359-C0413061F55B}"/>
    <pc:docChg chg="modSld">
      <pc:chgData name="Willi, Alexandra" userId="S::alexandra.willi@accenture.com::c799788e-af23-47b4-b754-4752d6f88243" providerId="AD" clId="Web-{9E16675C-DDCE-BBCB-4359-C0413061F55B}" dt="2024-10-02T13:14:20.768" v="33" actId="20577"/>
      <pc:docMkLst>
        <pc:docMk/>
      </pc:docMkLst>
      <pc:sldChg chg="modSp">
        <pc:chgData name="Willi, Alexandra" userId="S::alexandra.willi@accenture.com::c799788e-af23-47b4-b754-4752d6f88243" providerId="AD" clId="Web-{9E16675C-DDCE-BBCB-4359-C0413061F55B}" dt="2024-10-02T13:14:13.361" v="3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9E16675C-DDCE-BBCB-4359-C0413061F55B}" dt="2024-10-02T13:14:20.768" v="33" actId="20577"/>
        <pc:sldMkLst>
          <pc:docMk/>
          <pc:sldMk cId="15096203" sldId="462"/>
        </pc:sldMkLst>
      </pc:sldChg>
    </pc:docChg>
  </pc:docChgLst>
  <pc:docChgLst>
    <pc:chgData name="Li, Yinan" userId="421d868a-c032-4d91-af00-3f1baac01a62" providerId="ADAL" clId="{6111EB4F-542C-44CB-AFF5-B3938F40C85E}"/>
    <pc:docChg chg="modSld">
      <pc:chgData name="Li, Yinan" userId="421d868a-c032-4d91-af00-3f1baac01a62" providerId="ADAL" clId="{6111EB4F-542C-44CB-AFF5-B3938F40C85E}" dt="2025-03-04T09:36:44.164" v="24"/>
      <pc:docMkLst>
        <pc:docMk/>
      </pc:docMkLst>
      <pc:sldChg chg="modSp mod">
        <pc:chgData name="Li, Yinan" userId="421d868a-c032-4d91-af00-3f1baac01a62" providerId="ADAL" clId="{6111EB4F-542C-44CB-AFF5-B3938F40C85E}" dt="2025-03-04T09:36:44.164" v="24"/>
        <pc:sldMkLst>
          <pc:docMk/>
          <pc:sldMk cId="2397939600" sldId="461"/>
        </pc:sldMkLst>
        <pc:spChg chg="mod">
          <ac:chgData name="Li, Yinan" userId="421d868a-c032-4d91-af00-3f1baac01a62" providerId="ADAL" clId="{6111EB4F-542C-44CB-AFF5-B3938F40C85E}" dt="2025-03-04T09:36:44.164" v="24"/>
          <ac:spMkLst>
            <pc:docMk/>
            <pc:sldMk cId="2397939600" sldId="461"/>
            <ac:spMk id="19" creationId="{32355C8D-B482-4230-9347-2A41B76B1B0D}"/>
          </ac:spMkLst>
        </pc:spChg>
        <pc:spChg chg="mod">
          <ac:chgData name="Li, Yinan" userId="421d868a-c032-4d91-af00-3f1baac01a62" providerId="ADAL" clId="{6111EB4F-542C-44CB-AFF5-B3938F40C85E}" dt="2025-03-04T09:36:44.164" v="24"/>
          <ac:spMkLst>
            <pc:docMk/>
            <pc:sldMk cId="2397939600" sldId="461"/>
            <ac:spMk id="22" creationId="{B57B3A26-AB1B-4820-B23A-F5DA79D27B07}"/>
          </ac:spMkLst>
        </pc:spChg>
        <pc:spChg chg="mod">
          <ac:chgData name="Li, Yinan" userId="421d868a-c032-4d91-af00-3f1baac01a62" providerId="ADAL" clId="{6111EB4F-542C-44CB-AFF5-B3938F40C85E}" dt="2025-03-04T09:36:44.164" v="24"/>
          <ac:spMkLst>
            <pc:docMk/>
            <pc:sldMk cId="2397939600" sldId="461"/>
            <ac:spMk id="39" creationId="{58D4F9F1-5F24-47D5-83F2-A0BDD59B77E1}"/>
          </ac:spMkLst>
        </pc:spChg>
      </pc:sldChg>
    </pc:docChg>
  </pc:docChgLst>
  <pc:docChgLst>
    <pc:chgData name="Willi, Alexandra" userId="S::alexandra.willi@accenture.com::c799788e-af23-47b4-b754-4752d6f88243" providerId="AD" clId="Web-{E09C1E49-989C-3D06-7A82-9EFA92DCD8BD}"/>
    <pc:docChg chg="modSld">
      <pc:chgData name="Willi, Alexandra" userId="S::alexandra.willi@accenture.com::c799788e-af23-47b4-b754-4752d6f88243" providerId="AD" clId="Web-{E09C1E49-989C-3D06-7A82-9EFA92DCD8BD}" dt="2023-08-10T06:56:03.957" v="4" actId="20577"/>
      <pc:docMkLst>
        <pc:docMk/>
      </pc:docMkLst>
      <pc:sldChg chg="modSp">
        <pc:chgData name="Willi, Alexandra" userId="S::alexandra.willi@accenture.com::c799788e-af23-47b4-b754-4752d6f88243" providerId="AD" clId="Web-{E09C1E49-989C-3D06-7A82-9EFA92DCD8BD}" dt="2023-08-10T06:55:56.847" v="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E09C1E49-989C-3D06-7A82-9EFA92DCD8BD}" dt="2023-08-10T06:56:03.957" v="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DA3F9976-1A0A-6FE9-585B-10BEF82C796D}"/>
    <pc:docChg chg="modSld">
      <pc:chgData name="Willi, Alexandra" userId="S::alexandra.willi@accenture.com::c799788e-af23-47b4-b754-4752d6f88243" providerId="AD" clId="Web-{DA3F9976-1A0A-6FE9-585B-10BEF82C796D}" dt="2023-08-25T09:05:25.626" v="40" actId="20577"/>
      <pc:docMkLst>
        <pc:docMk/>
      </pc:docMkLst>
      <pc:sldChg chg="addSp delSp modSp">
        <pc:chgData name="Willi, Alexandra" userId="S::alexandra.willi@accenture.com::c799788e-af23-47b4-b754-4752d6f88243" providerId="AD" clId="Web-{DA3F9976-1A0A-6FE9-585B-10BEF82C796D}" dt="2023-08-25T09:05:25.626" v="40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DA3F9976-1A0A-6FE9-585B-10BEF82C796D}" dt="2023-08-25T09:04:56.422" v="34" actId="20577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7B5DE941-610C-B560-C897-7A8360385388}"/>
    <pc:docChg chg="modSld">
      <pc:chgData name="Willi, Alexandra" userId="S::alexandra.willi@accenture.com::c799788e-af23-47b4-b754-4752d6f88243" providerId="AD" clId="Web-{7B5DE941-610C-B560-C897-7A8360385388}" dt="2023-08-15T13:43:59.317" v="65"/>
      <pc:docMkLst>
        <pc:docMk/>
      </pc:docMkLst>
      <pc:sldChg chg="modSp">
        <pc:chgData name="Willi, Alexandra" userId="S::alexandra.willi@accenture.com::c799788e-af23-47b4-b754-4752d6f88243" providerId="AD" clId="Web-{7B5DE941-610C-B560-C897-7A8360385388}" dt="2023-08-15T13:34:05.345" v="0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7B5DE941-610C-B560-C897-7A8360385388}" dt="2023-08-15T13:43:59.317" v="65"/>
        <pc:sldMkLst>
          <pc:docMk/>
          <pc:sldMk cId="15096203" sldId="462"/>
        </pc:sldMkLst>
      </pc:sldChg>
    </pc:docChg>
  </pc:docChgLst>
  <pc:docChgLst>
    <pc:chgData name="Türkarslan, Bilal" userId="S::bilal.tuerkarslan@accenture.com::6a401f06-2da1-4b7a-8eb1-c28bb3fa4109" providerId="AD" clId="Web-{10DDCFB3-EC1D-8E9A-6722-925EB3836B06}"/>
    <pc:docChg chg="sldOrd">
      <pc:chgData name="Türkarslan, Bilal" userId="S::bilal.tuerkarslan@accenture.com::6a401f06-2da1-4b7a-8eb1-c28bb3fa4109" providerId="AD" clId="Web-{10DDCFB3-EC1D-8E9A-6722-925EB3836B06}" dt="2024-08-08T12:07:00.091" v="0"/>
      <pc:docMkLst>
        <pc:docMk/>
      </pc:docMkLst>
      <pc:sldChg chg="ord">
        <pc:chgData name="Türkarslan, Bilal" userId="S::bilal.tuerkarslan@accenture.com::6a401f06-2da1-4b7a-8eb1-c28bb3fa4109" providerId="AD" clId="Web-{10DDCFB3-EC1D-8E9A-6722-925EB3836B06}" dt="2024-08-08T12:07:00.091" v="0"/>
        <pc:sldMkLst>
          <pc:docMk/>
          <pc:sldMk cId="2397939600" sldId="461"/>
        </pc:sldMkLst>
      </pc:sldChg>
    </pc:docChg>
  </pc:docChgLst>
  <pc:docChgLst>
    <pc:chgData name="Willi, Alexandra" userId="S::alexandra.willi@accenture.com::c799788e-af23-47b4-b754-4752d6f88243" providerId="AD" clId="Web-{ED21A2FA-F817-15F2-25FB-9A5B03244359}"/>
    <pc:docChg chg="modSld">
      <pc:chgData name="Willi, Alexandra" userId="S::alexandra.willi@accenture.com::c799788e-af23-47b4-b754-4752d6f88243" providerId="AD" clId="Web-{ED21A2FA-F817-15F2-25FB-9A5B03244359}" dt="2023-08-18T08:48:24.123" v="31" actId="20577"/>
      <pc:docMkLst>
        <pc:docMk/>
      </pc:docMkLst>
      <pc:sldChg chg="modSp">
        <pc:chgData name="Willi, Alexandra" userId="S::alexandra.willi@accenture.com::c799788e-af23-47b4-b754-4752d6f88243" providerId="AD" clId="Web-{ED21A2FA-F817-15F2-25FB-9A5B03244359}" dt="2023-08-18T08:48:24.123" v="31" actId="20577"/>
        <pc:sldMkLst>
          <pc:docMk/>
          <pc:sldMk cId="2397939600" sldId="461"/>
        </pc:sldMkLst>
      </pc:sldChg>
      <pc:sldChg chg="addSp delSp modSp">
        <pc:chgData name="Willi, Alexandra" userId="S::alexandra.willi@accenture.com::c799788e-af23-47b4-b754-4752d6f88243" providerId="AD" clId="Web-{ED21A2FA-F817-15F2-25FB-9A5B03244359}" dt="2023-08-18T08:48:17.592" v="22" actId="20577"/>
        <pc:sldMkLst>
          <pc:docMk/>
          <pc:sldMk cId="15096203" sldId="462"/>
        </pc:sldMkLst>
      </pc:sldChg>
    </pc:docChg>
  </pc:docChgLst>
  <pc:docChgLst>
    <pc:chgData name="Willi, Alexandra" userId="c799788e-af23-47b4-b754-4752d6f88243" providerId="ADAL" clId="{76A1F6D4-C445-F647-824A-78C1EA902D14}"/>
    <pc:docChg chg="undo custSel modSld">
      <pc:chgData name="Willi, Alexandra" userId="c799788e-af23-47b4-b754-4752d6f88243" providerId="ADAL" clId="{76A1F6D4-C445-F647-824A-78C1EA902D14}" dt="2024-02-19T08:05:22.269" v="59" actId="1076"/>
      <pc:docMkLst>
        <pc:docMk/>
      </pc:docMkLst>
      <pc:sldChg chg="addSp modSp mod">
        <pc:chgData name="Willi, Alexandra" userId="c799788e-af23-47b4-b754-4752d6f88243" providerId="ADAL" clId="{76A1F6D4-C445-F647-824A-78C1EA902D14}" dt="2024-02-19T08:05:16.759" v="58" actId="1076"/>
        <pc:sldMkLst>
          <pc:docMk/>
          <pc:sldMk cId="2397939600" sldId="461"/>
        </pc:sldMkLst>
      </pc:sldChg>
      <pc:sldChg chg="addSp delSp modSp mod">
        <pc:chgData name="Willi, Alexandra" userId="c799788e-af23-47b4-b754-4752d6f88243" providerId="ADAL" clId="{76A1F6D4-C445-F647-824A-78C1EA902D14}" dt="2024-02-19T08:05:22.269" v="59" actId="1076"/>
        <pc:sldMkLst>
          <pc:docMk/>
          <pc:sldMk cId="15096203" sldId="462"/>
        </pc:sldMkLst>
      </pc:sldChg>
    </pc:docChg>
  </pc:docChgLst>
  <pc:docChgLst>
    <pc:chgData name="Willi, Alexandra" userId="S::alexandra.willi@accenture.com::c799788e-af23-47b4-b754-4752d6f88243" providerId="AD" clId="Web-{BE04E189-88D0-7DAF-2DE2-AED8D2262609}"/>
    <pc:docChg chg="modSld">
      <pc:chgData name="Willi, Alexandra" userId="S::alexandra.willi@accenture.com::c799788e-af23-47b4-b754-4752d6f88243" providerId="AD" clId="Web-{BE04E189-88D0-7DAF-2DE2-AED8D2262609}" dt="2023-09-28T09:21:38.446" v="17" actId="20577"/>
      <pc:docMkLst>
        <pc:docMk/>
      </pc:docMkLst>
      <pc:sldChg chg="modSp">
        <pc:chgData name="Willi, Alexandra" userId="S::alexandra.willi@accenture.com::c799788e-af23-47b4-b754-4752d6f88243" providerId="AD" clId="Web-{BE04E189-88D0-7DAF-2DE2-AED8D2262609}" dt="2023-09-28T09:20:45.304" v="11" actId="20577"/>
        <pc:sldMkLst>
          <pc:docMk/>
          <pc:sldMk cId="2397939600" sldId="461"/>
        </pc:sldMkLst>
      </pc:sldChg>
      <pc:sldChg chg="modSp">
        <pc:chgData name="Willi, Alexandra" userId="S::alexandra.willi@accenture.com::c799788e-af23-47b4-b754-4752d6f88243" providerId="AD" clId="Web-{BE04E189-88D0-7DAF-2DE2-AED8D2262609}" dt="2023-09-28T09:21:38.446" v="17" actId="20577"/>
        <pc:sldMkLst>
          <pc:docMk/>
          <pc:sldMk cId="15096203" sldId="4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3/4/2025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6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231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5" y="548937"/>
            <a:ext cx="8346282" cy="333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>
                <a:latin typeface="Graphik Semibold" panose="020B0503030202060203" pitchFamily="34" charset="77"/>
              </a:rPr>
              <a:t>Data Engineering Associate</a:t>
            </a:r>
            <a:endParaRPr lang="en-DE" sz="2400" b="1">
              <a:latin typeface="Graphik Semibold" panose="020B0503030202060203" pitchFamily="34" charset="77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5" y="193228"/>
            <a:ext cx="7599863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>
                <a:solidFill>
                  <a:schemeClr val="accent3"/>
                </a:solidFill>
                <a:latin typeface="Graphik Semibold" panose="020B0503030202060203" pitchFamily="34" charset="77"/>
              </a:rPr>
              <a:t>Candidate Three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 dirty="0"/>
            </a:br>
            <a:r>
              <a:rPr lang="en-US" sz="850" dirty="0" err="1">
                <a:solidFill>
                  <a:schemeClr val="tx1"/>
                </a:solidFill>
                <a:ea typeface="+mn-lt"/>
                <a:cs typeface="+mn-lt"/>
              </a:rPr>
              <a:t>CandidateThree</a:t>
            </a: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 is an Associate Data Engineer at Accenture in Zürich, Switzerland. </a:t>
            </a:r>
            <a:endParaRPr lang="en-US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Three holds a Bachelor's degree in Computer Science with a focus on Machine Learning. Throughout her studies, she gained insights into artificial intelligence and database management.</a:t>
            </a:r>
          </a:p>
          <a:p>
            <a:pPr>
              <a:spcAft>
                <a:spcPts val="600"/>
              </a:spcAft>
              <a:defRPr/>
            </a:pPr>
            <a:r>
              <a:rPr lang="en-US" sz="850" dirty="0">
                <a:solidFill>
                  <a:schemeClr val="tx1"/>
                </a:solidFill>
                <a:ea typeface="+mn-lt"/>
                <a:cs typeface="+mn-lt"/>
              </a:rPr>
              <a:t>During her Bachelor's thesis she also developed a deep learning model for classifying websites, which served as the basis for a scientific paper submitted to ICSE 2024, of which she is a co-author.</a:t>
            </a:r>
          </a:p>
          <a:p>
            <a:pPr>
              <a:defRPr/>
            </a:pPr>
            <a:r>
              <a:rPr lang="en-US" sz="850" dirty="0">
                <a:solidFill>
                  <a:srgbClr val="000000"/>
                </a:solidFill>
                <a:ea typeface="+mn-lt"/>
                <a:cs typeface="+mn-lt"/>
              </a:rPr>
              <a:t>She also speaks German, English and Italian fluently and holds an AWS Cloud Practitioner certificate </a:t>
            </a: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and an Azure Fundamentals certificate.</a:t>
            </a: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chemeClr val="tx1"/>
              </a:solidFill>
              <a:ea typeface="+mn-lt"/>
              <a:cs typeface="+mn-lt"/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defRPr/>
            </a:pPr>
            <a:endParaRPr lang="en-US" sz="85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/>
            </a:pPr>
            <a:endParaRPr lang="en-US" sz="1100" dirty="0"/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Swiss Bank – Advanced RAG Chatbot and Data Deduplication Strategy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an Advanced RAG Chatbot using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LangChain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Promptflow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Llama Index, and Azure (OpenAI,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CosmosDB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800" dirty="0" err="1">
                <a:solidFill>
                  <a:srgbClr val="000000"/>
                </a:solidFill>
                <a:ea typeface="+mn-lt"/>
                <a:cs typeface="+mn-lt"/>
              </a:rPr>
              <a:t>AISearch</a:t>
            </a: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, Azure Storage, Azure Webapps). Also developed deduplication strategy to spot duplicate Confluence pages to improve Data Quality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ea typeface="+mn-lt"/>
                <a:cs typeface="+mn-lt"/>
              </a:rPr>
              <a:t>Multinational Consumer Goods and Chemical Company </a:t>
            </a:r>
            <a:r>
              <a:rPr lang="en-US" sz="800" b="1" dirty="0">
                <a:solidFill>
                  <a:srgbClr val="000000"/>
                </a:solidFill>
                <a:cs typeface="Arial"/>
              </a:rPr>
              <a:t>– MDM, DG and DQ solution</a:t>
            </a:r>
            <a:endParaRPr lang="en-US" sz="800" b="1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Developed a Data Quality strategy to help company meet GHG requirements to become CSRD-ready for scope 3.1 reporting</a:t>
            </a:r>
            <a:endParaRPr lang="en-US" sz="800"/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Steel trading company internship – ETL Pipeline Development and Visualization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  an end-to-end pipeline using Azure Functions, SQL, and Python to retrieve, clean, and visualize data with </a:t>
            </a:r>
            <a:r>
              <a:rPr lang="en-US" sz="800" dirty="0" err="1">
                <a:solidFill>
                  <a:srgbClr val="000000"/>
                </a:solidFill>
                <a:cs typeface="Arial"/>
              </a:rPr>
              <a:t>QlikSense</a:t>
            </a:r>
            <a:endParaRPr lang="en-US" sz="800" dirty="0">
              <a:solidFill>
                <a:srgbClr val="000000"/>
              </a:solidFill>
              <a:cs typeface="Arial"/>
            </a:endParaRP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Thesis – Deep Learning Model to Detect Near Duplicate Pages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dirty="0">
                <a:solidFill>
                  <a:srgbClr val="000000"/>
                </a:solidFill>
                <a:cs typeface="Arial"/>
              </a:rPr>
              <a:t>Development of a classifier to distinguish between duplicate and near-duplicate webpages during web crawling to improve end-to-end testing</a:t>
            </a:r>
          </a:p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r>
              <a:rPr lang="en-US" sz="800" b="1" dirty="0">
                <a:solidFill>
                  <a:srgbClr val="000000"/>
                </a:solidFill>
                <a:cs typeface="Arial"/>
              </a:rPr>
              <a:t>University Competition – Autonomous Driving Toy Car</a:t>
            </a:r>
          </a:p>
          <a:p>
            <a:pPr>
              <a:spcAft>
                <a:spcPts val="600"/>
              </a:spcAft>
              <a:defRPr/>
            </a:pPr>
            <a:r>
              <a:rPr lang="en-US" sz="800" dirty="0">
                <a:solidFill>
                  <a:srgbClr val="000000"/>
                </a:solidFill>
                <a:ea typeface="+mn-lt"/>
                <a:cs typeface="+mn-lt"/>
              </a:rPr>
              <a:t>Acquiring, cleaning, and augmenting data to train a Machine Learning Model for autonomous driving </a:t>
            </a:r>
            <a:endParaRPr lang="en-US" sz="800" b="1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8" name="Rechteck 13">
            <a:extLst>
              <a:ext uri="{FF2B5EF4-FFF2-40B4-BE49-F238E27FC236}">
                <a16:creationId xmlns:a16="http://schemas.microsoft.com/office/drawing/2014/main" id="{CBB4042B-1208-4045-B4C5-895700C8460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Software Engineering</a:t>
            </a: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 err="1">
                <a:solidFill>
                  <a:srgbClr val="000000"/>
                </a:solidFill>
                <a:cs typeface="Arial"/>
              </a:rPr>
              <a:t>Machine</a:t>
            </a:r>
            <a:r>
              <a:rPr lang="de-DE" sz="850" dirty="0">
                <a:solidFill>
                  <a:srgbClr val="000000"/>
                </a:solidFill>
                <a:cs typeface="Arial"/>
              </a:rPr>
              <a:t> Learning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Information Technology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de-DE" sz="850" dirty="0">
                <a:solidFill>
                  <a:srgbClr val="000000"/>
                </a:solidFill>
                <a:cs typeface="Arial"/>
              </a:rPr>
              <a:t>Generative AI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en-US" sz="900" dirty="0">
              <a:solidFill>
                <a:srgbClr val="000000"/>
              </a:solidFill>
              <a:cs typeface="Arial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1" name="Rechteck 12">
            <a:extLst>
              <a:ext uri="{FF2B5EF4-FFF2-40B4-BE49-F238E27FC236}">
                <a16:creationId xmlns:a16="http://schemas.microsoft.com/office/drawing/2014/main" id="{11CA312B-03A9-41D3-AC78-B7E1AD8A7200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2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Python, Java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Llama Index,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PromptFlow</a:t>
            </a:r>
            <a:r>
              <a:rPr lang="en-US" sz="850" dirty="0">
                <a:solidFill>
                  <a:srgbClr val="000000"/>
                </a:solidFill>
                <a:cs typeface="Arial"/>
              </a:rPr>
              <a:t>, </a:t>
            </a:r>
            <a:r>
              <a:rPr lang="en-US" sz="850" dirty="0" err="1">
                <a:solidFill>
                  <a:srgbClr val="000000"/>
                </a:solidFill>
                <a:cs typeface="Arial"/>
              </a:rPr>
              <a:t>LangChain</a:t>
            </a:r>
            <a:endParaRPr lang="en-US" sz="850" dirty="0">
              <a:solidFill>
                <a:srgbClr val="000000"/>
              </a:solidFill>
              <a:cs typeface="Arial"/>
            </a:endParaRP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Azure, AWS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Vue.js, SQL</a:t>
            </a:r>
          </a:p>
        </p:txBody>
      </p:sp>
      <p:sp>
        <p:nvSpPr>
          <p:cNvPr id="35" name="Rechteck 13">
            <a:extLst>
              <a:ext uri="{FF2B5EF4-FFF2-40B4-BE49-F238E27FC236}">
                <a16:creationId xmlns:a16="http://schemas.microsoft.com/office/drawing/2014/main" id="{CF983AA7-EA8F-4F01-A3AF-2FBC27283D1A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Italian (C2)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English (C1)</a:t>
            </a:r>
          </a:p>
          <a:p>
            <a:pPr marL="171450" lvl="1" indent="-17145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itchFamily="2" charset="2"/>
              <a:buChar char="§"/>
              <a:defRPr/>
            </a:pPr>
            <a:r>
              <a:rPr lang="en-US" sz="850" dirty="0">
                <a:solidFill>
                  <a:srgbClr val="000000"/>
                </a:solidFill>
                <a:cs typeface="Arial"/>
              </a:rPr>
              <a:t>German (C1)</a:t>
            </a:r>
          </a:p>
        </p:txBody>
      </p:sp>
      <p:sp>
        <p:nvSpPr>
          <p:cNvPr id="39" name="Rechteck 18">
            <a:extLst>
              <a:ext uri="{FF2B5EF4-FFF2-40B4-BE49-F238E27FC236}">
                <a16:creationId xmlns:a16="http://schemas.microsoft.com/office/drawing/2014/main" id="{58D4F9F1-5F24-47D5-83F2-A0BDD59B77E1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1336213" y="1360403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850" b="1" dirty="0">
                <a:solidFill>
                  <a:schemeClr val="tx1"/>
                </a:solidFill>
              </a:rPr>
              <a:t>Candidate Three</a:t>
            </a:r>
          </a:p>
          <a:p>
            <a:pPr>
              <a:spcAft>
                <a:spcPts val="300"/>
              </a:spcAft>
              <a:defRPr/>
            </a:pPr>
            <a:r>
              <a:rPr lang="en-US" altLang="de-DE" sz="850" kern="0" dirty="0">
                <a:solidFill>
                  <a:srgbClr val="000000"/>
                </a:solidFill>
              </a:rPr>
              <a:t>Zürich, Switzerland</a:t>
            </a:r>
          </a:p>
          <a:p>
            <a:pPr>
              <a:spcAft>
                <a:spcPts val="300"/>
              </a:spcAft>
              <a:defRPr/>
            </a:pPr>
            <a:endParaRPr lang="en-US" altLang="de-DE" sz="850" kern="0" dirty="0">
              <a:solidFill>
                <a:srgbClr val="000000"/>
              </a:solidFill>
            </a:endParaRPr>
          </a:p>
          <a:p>
            <a:pPr>
              <a:spcAft>
                <a:spcPts val="300"/>
              </a:spcAft>
            </a:pPr>
            <a:r>
              <a:rPr lang="en-US" altLang="de-DE" sz="850" kern="0" dirty="0">
                <a:solidFill>
                  <a:schemeClr val="tx1"/>
                </a:solidFill>
              </a:rPr>
              <a:t>Candidate_Three@accenture.com</a:t>
            </a: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pic>
        <p:nvPicPr>
          <p:cNvPr id="2" name="Picture 2" descr="AWS Certification - Validate AWS Cloud Skills - Get AWS Certified">
            <a:extLst>
              <a:ext uri="{FF2B5EF4-FFF2-40B4-BE49-F238E27FC236}">
                <a16:creationId xmlns:a16="http://schemas.microsoft.com/office/drawing/2014/main" id="{F31D3346-6624-A44C-2B60-B7A309E58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398" y="174083"/>
            <a:ext cx="617160" cy="61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5B3A69-6F80-C8DB-F03F-330A3B820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6558590" y="138962"/>
            <a:ext cx="734808" cy="68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9396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b97e1a-af86-4a96-97ed-5fa9bfb3ba38">
      <Terms xmlns="http://schemas.microsoft.com/office/infopath/2007/PartnerControls"/>
    </lcf76f155ced4ddcb4097134ff3c332f>
    <TaxCatchAll xmlns="445468e1-6f71-4c44-b477-4186644999e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E1F4B73F002E8488E83D0E4C091F29F" ma:contentTypeVersion="11" ma:contentTypeDescription="Ein neues Dokument erstellen." ma:contentTypeScope="" ma:versionID="b720047d98736ab621cf34587d887469">
  <xsd:schema xmlns:xsd="http://www.w3.org/2001/XMLSchema" xmlns:xs="http://www.w3.org/2001/XMLSchema" xmlns:p="http://schemas.microsoft.com/office/2006/metadata/properties" xmlns:ns2="67b97e1a-af86-4a96-97ed-5fa9bfb3ba38" xmlns:ns3="445468e1-6f71-4c44-b477-4186644999e5" targetNamespace="http://schemas.microsoft.com/office/2006/metadata/properties" ma:root="true" ma:fieldsID="91f1c372994cb6bb97ff95ba7ec4c94a" ns2:_="" ns3:_="">
    <xsd:import namespace="67b97e1a-af86-4a96-97ed-5fa9bfb3ba38"/>
    <xsd:import namespace="445468e1-6f71-4c44-b477-4186644999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b97e1a-af86-4a96-97ed-5fa9bfb3ba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5468e1-6f71-4c44-b477-4186644999e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b92f0e9-bcfb-4d9a-9406-507f9b79b449}" ma:internalName="TaxCatchAll" ma:showField="CatchAllData" ma:web="445468e1-6f71-4c44-b477-4186644999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79D69A-B618-4F1D-B03E-4898CDB7CD46}">
  <ds:schemaRefs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d9d3bc85-2298-417e-8173-e4861f87b0ac"/>
    <ds:schemaRef ds:uri="http://schemas.microsoft.com/office/2006/documentManagement/types"/>
    <ds:schemaRef ds:uri="http://www.w3.org/XML/1998/namespace"/>
    <ds:schemaRef ds:uri="1532bac0-5326-4503-ba2d-f97cb42f07e8"/>
    <ds:schemaRef ds:uri="http://schemas.openxmlformats.org/package/2006/metadata/core-properties"/>
    <ds:schemaRef ds:uri="http://schemas.microsoft.com/office/2006/metadata/properties"/>
    <ds:schemaRef ds:uri="67b97e1a-af86-4a96-97ed-5fa9bfb3ba38"/>
    <ds:schemaRef ds:uri="445468e1-6f71-4c44-b477-4186644999e5"/>
  </ds:schemaRefs>
</ds:datastoreItem>
</file>

<file path=customXml/itemProps2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05D43F-FB75-4E7F-8957-47A86587B8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b97e1a-af86-4a96-97ed-5fa9bfb3ba38"/>
    <ds:schemaRef ds:uri="445468e1-6f71-4c44-b477-418664499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19</TotalTime>
  <Words>323</Words>
  <Application>Microsoft Office PowerPoint</Application>
  <PresentationFormat>On-screen Show (16:9)</PresentationFormat>
  <Paragraphs>42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212</cp:revision>
  <dcterms:created xsi:type="dcterms:W3CDTF">2020-01-28T16:35:53Z</dcterms:created>
  <dcterms:modified xsi:type="dcterms:W3CDTF">2025-03-04T09:36:46Z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0x0101002E1F4B73F002E8488E83D0E4C091F29F</vt:lpwstr>
  </property>
  <property fmtid="{D5CDD505-2E9C-101B-9397-08002B2CF9AE}" pid="3" name="MediaServiceImageTags">
    <vt:lpwstr/>
  </property>
</Properties>
</file>