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1" r:id="rId4"/>
  </p:sldMasterIdLst>
  <p:notesMasterIdLst>
    <p:notesMasterId r:id="rId6"/>
  </p:notesMasterIdLst>
  <p:handoutMasterIdLst>
    <p:handoutMasterId r:id="rId7"/>
  </p:handoutMasterIdLst>
  <p:sldIdLst>
    <p:sldId id="454" r:id="rId5"/>
  </p:sldIdLst>
  <p:sldSz cx="9144000" cy="5143500" type="screen16x9"/>
  <p:notesSz cx="6858000" cy="9144000"/>
  <p:custDataLst>
    <p:tags r:id="rId8"/>
  </p:custDataLst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pos="2880">
          <p15:clr>
            <a:srgbClr val="A4A3A4"/>
          </p15:clr>
        </p15:guide>
        <p15:guide id="4" orient="horz" pos="16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138B7"/>
    <a:srgbClr val="34006F"/>
    <a:srgbClr val="000000"/>
    <a:srgbClr val="DBDCDB"/>
    <a:srgbClr val="006EFA"/>
    <a:srgbClr val="0F0F64"/>
    <a:srgbClr val="0F0F46"/>
    <a:srgbClr val="787878"/>
    <a:srgbClr val="C8C8C8"/>
    <a:srgbClr val="E6E6E6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A21735-6C36-4365-95E3-2F9BC86808CF}" v="1" dt="2025-03-03T16:05:55.455"/>
  </p1510:revLst>
</p1510:revInfo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113" autoAdjust="0"/>
    <p:restoredTop sz="94660"/>
  </p:normalViewPr>
  <p:slideViewPr>
    <p:cSldViewPr snapToGrid="0">
      <p:cViewPr varScale="1">
        <p:scale>
          <a:sx n="191" d="100"/>
          <a:sy n="191" d="100"/>
        </p:scale>
        <p:origin x="876" y="328"/>
      </p:cViewPr>
      <p:guideLst>
        <p:guide pos="288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ng, Chun" userId="a91a7d0e-e36c-4f4b-848e-a3297fd47259" providerId="ADAL" clId="{86C70C22-3BD1-4119-9E2F-709149B09A29}"/>
    <pc:docChg chg="undo custSel modSld">
      <pc:chgData name="Jung, Chun" userId="a91a7d0e-e36c-4f4b-848e-a3297fd47259" providerId="ADAL" clId="{86C70C22-3BD1-4119-9E2F-709149B09A29}" dt="2024-10-04T15:26:00.580" v="195" actId="20577"/>
      <pc:docMkLst>
        <pc:docMk/>
      </pc:docMkLst>
      <pc:sldChg chg="modSp mod">
        <pc:chgData name="Jung, Chun" userId="a91a7d0e-e36c-4f4b-848e-a3297fd47259" providerId="ADAL" clId="{86C70C22-3BD1-4119-9E2F-709149B09A29}" dt="2024-10-04T15:26:00.580" v="195" actId="20577"/>
        <pc:sldMkLst>
          <pc:docMk/>
          <pc:sldMk cId="1755652022" sldId="454"/>
        </pc:sldMkLst>
      </pc:sldChg>
    </pc:docChg>
  </pc:docChgLst>
  <pc:docChgLst>
    <pc:chgData name="Li, Yinan" userId="421d868a-c032-4d91-af00-3f1baac01a62" providerId="ADAL" clId="{3EA21735-6C36-4365-95E3-2F9BC86808CF}"/>
    <pc:docChg chg="modSld">
      <pc:chgData name="Li, Yinan" userId="421d868a-c032-4d91-af00-3f1baac01a62" providerId="ADAL" clId="{3EA21735-6C36-4365-95E3-2F9BC86808CF}" dt="2025-03-03T16:06:02.544" v="3" actId="14100"/>
      <pc:docMkLst>
        <pc:docMk/>
      </pc:docMkLst>
      <pc:sldChg chg="modSp mod">
        <pc:chgData name="Li, Yinan" userId="421d868a-c032-4d91-af00-3f1baac01a62" providerId="ADAL" clId="{3EA21735-6C36-4365-95E3-2F9BC86808CF}" dt="2025-03-03T16:06:02.544" v="3" actId="14100"/>
        <pc:sldMkLst>
          <pc:docMk/>
          <pc:sldMk cId="1755652022" sldId="454"/>
        </pc:sldMkLst>
        <pc:spChg chg="mod">
          <ac:chgData name="Li, Yinan" userId="421d868a-c032-4d91-af00-3f1baac01a62" providerId="ADAL" clId="{3EA21735-6C36-4365-95E3-2F9BC86808CF}" dt="2025-03-03T16:06:02.544" v="3" actId="14100"/>
          <ac:spMkLst>
            <pc:docMk/>
            <pc:sldMk cId="1755652022" sldId="454"/>
            <ac:spMk id="3" creationId="{BF2BF599-91F8-48C7-8BDE-B4FFA12D66AE}"/>
          </ac:spMkLst>
        </pc:spChg>
        <pc:spChg chg="mod">
          <ac:chgData name="Li, Yinan" userId="421d868a-c032-4d91-af00-3f1baac01a62" providerId="ADAL" clId="{3EA21735-6C36-4365-95E3-2F9BC86808CF}" dt="2025-03-03T16:05:55.455" v="0"/>
          <ac:spMkLst>
            <pc:docMk/>
            <pc:sldMk cId="1755652022" sldId="454"/>
            <ac:spMk id="19" creationId="{32355C8D-B482-4230-9347-2A41B76B1B0D}"/>
          </ac:spMkLst>
        </pc:spChg>
        <pc:spChg chg="mod">
          <ac:chgData name="Li, Yinan" userId="421d868a-c032-4d91-af00-3f1baac01a62" providerId="ADAL" clId="{3EA21735-6C36-4365-95E3-2F9BC86808CF}" dt="2025-03-03T16:05:55.455" v="0"/>
          <ac:spMkLst>
            <pc:docMk/>
            <pc:sldMk cId="1755652022" sldId="454"/>
            <ac:spMk id="22" creationId="{B57B3A26-AB1B-4820-B23A-F5DA79D27B07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Graphik" panose="020B0503030202060203" pitchFamily="34" charset="77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BD7333-DD87-4773-BED3-E2892A4094EE}" type="datetimeFigureOut">
              <a:rPr lang="en-US" smtClean="0">
                <a:latin typeface="Graphik" panose="020B0503030202060203" pitchFamily="34" charset="77"/>
              </a:rPr>
              <a:t>3/3/2025</a:t>
            </a:fld>
            <a:endParaRPr lang="en-US">
              <a:latin typeface="Graphik" panose="020B0503030202060203" pitchFamily="34" charset="77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Graphik" panose="020B0503030202060203" pitchFamily="34" charset="77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A0E21C-7E3E-40C1-A5B4-152F0F11E190}" type="slidenum">
              <a:rPr lang="en-US" smtClean="0">
                <a:latin typeface="Graphik" panose="020B0503030202060203" pitchFamily="34" charset="77"/>
              </a:rPr>
              <a:t>‹#›</a:t>
            </a:fld>
            <a:endParaRPr lang="en-US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6350446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Graphik" panose="020B0503030202060203" pitchFamily="34" charset="77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Graphik" panose="020B0503030202060203" pitchFamily="34" charset="77"/>
              </a:defRPr>
            </a:lvl1pPr>
          </a:lstStyle>
          <a:p>
            <a:fld id="{D39D084F-DC83-4EB0-8CED-52E9AA3ECA1C}" type="datetimeFigureOut">
              <a:rPr lang="en-US" smtClean="0"/>
              <a:pPr/>
              <a:t>3/3/2025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Graphik" panose="020B0503030202060203" pitchFamily="34" charset="77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Graphik" panose="020B0503030202060203" pitchFamily="34" charset="77"/>
              </a:defRPr>
            </a:lvl1pPr>
          </a:lstStyle>
          <a:p>
            <a:fld id="{AC157E0A-F321-48DC-AF94-681D4DCF344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9042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b="0" i="0" kern="1200">
        <a:solidFill>
          <a:schemeClr val="tx1"/>
        </a:solidFill>
        <a:latin typeface="Graphik" panose="020B0503030202060203" pitchFamily="34" charset="77"/>
        <a:ea typeface="+mn-ea"/>
        <a:cs typeface="+mn-cs"/>
      </a:defRPr>
    </a:lvl1pPr>
    <a:lvl2pPr marL="342900" algn="l" defTabSz="685800" rtl="0" eaLnBrk="1" latinLnBrk="0" hangingPunct="1">
      <a:defRPr sz="900" b="0" i="0" kern="1200">
        <a:solidFill>
          <a:schemeClr val="tx1"/>
        </a:solidFill>
        <a:latin typeface="Graphik" panose="020B0503030202060203" pitchFamily="34" charset="77"/>
        <a:ea typeface="+mn-ea"/>
        <a:cs typeface="+mn-cs"/>
      </a:defRPr>
    </a:lvl2pPr>
    <a:lvl3pPr marL="685800" algn="l" defTabSz="685800" rtl="0" eaLnBrk="1" latinLnBrk="0" hangingPunct="1">
      <a:defRPr sz="900" b="0" i="0" kern="1200">
        <a:solidFill>
          <a:schemeClr val="tx1"/>
        </a:solidFill>
        <a:latin typeface="Graphik" panose="020B0503030202060203" pitchFamily="34" charset="77"/>
        <a:ea typeface="+mn-ea"/>
        <a:cs typeface="+mn-cs"/>
      </a:defRPr>
    </a:lvl3pPr>
    <a:lvl4pPr marL="1028700" algn="l" defTabSz="685800" rtl="0" eaLnBrk="1" latinLnBrk="0" hangingPunct="1">
      <a:defRPr sz="900" b="0" i="0" kern="1200">
        <a:solidFill>
          <a:schemeClr val="tx1"/>
        </a:solidFill>
        <a:latin typeface="Graphik" panose="020B0503030202060203" pitchFamily="34" charset="77"/>
        <a:ea typeface="+mn-ea"/>
        <a:cs typeface="+mn-cs"/>
      </a:defRPr>
    </a:lvl4pPr>
    <a:lvl5pPr marL="1371600" algn="l" defTabSz="685800" rtl="0" eaLnBrk="1" latinLnBrk="0" hangingPunct="1">
      <a:defRPr sz="900" b="0" i="0" kern="1200">
        <a:solidFill>
          <a:schemeClr val="tx1"/>
        </a:solidFill>
        <a:latin typeface="Graphik" panose="020B0503030202060203" pitchFamily="34" charset="77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157E0A-F321-48DC-AF94-681D4DCF344D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8068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5" Type="http://schemas.openxmlformats.org/officeDocument/2006/relationships/tags" Target="../tags/tag7.xml"/><Relationship Id="rId4" Type="http://schemas.openxmlformats.org/officeDocument/2006/relationships/tags" Target="../tags/tag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Long 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feld 6">
            <a:extLst>
              <a:ext uri="{FF2B5EF4-FFF2-40B4-BE49-F238E27FC236}">
                <a16:creationId xmlns:a16="http://schemas.microsoft.com/office/drawing/2014/main" id="{45825148-DE3C-46D4-B4AE-FF54FE310F76}"/>
              </a:ext>
            </a:extLst>
          </p:cNvPr>
          <p:cNvSpPr txBox="1"/>
          <p:nvPr userDrawn="1"/>
        </p:nvSpPr>
        <p:spPr>
          <a:xfrm>
            <a:off x="6953452" y="4990454"/>
            <a:ext cx="1816546" cy="153888"/>
          </a:xfrm>
          <a:prstGeom prst="rect">
            <a:avLst/>
          </a:prstGeom>
          <a:noFill/>
        </p:spPr>
        <p:txBody>
          <a:bodyPr wrap="square" lIns="0" tIns="0" rIns="0" bIns="45720" rtlCol="0" anchor="t">
            <a:spAutoFit/>
          </a:bodyPr>
          <a:lstStyle/>
          <a:p>
            <a:pPr algn="l"/>
            <a:r>
              <a:rPr lang="en-US" sz="600" b="0" i="0" kern="120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rPr>
              <a:t>Copyright © 2022 Accenture. All rights reserved</a:t>
            </a:r>
            <a:r>
              <a:rPr lang="en-US" sz="700" b="0" i="0" kern="120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rPr>
              <a:t>. </a:t>
            </a:r>
            <a:endParaRPr lang="de-DE" sz="700" b="0" i="0" u="none" kern="1200">
              <a:solidFill>
                <a:schemeClr val="tx1"/>
              </a:solidFill>
              <a:latin typeface="Graphik" panose="020B0503030202060203" pitchFamily="34" charset="77"/>
              <a:ea typeface="+mn-ea"/>
              <a:cs typeface="+mn-cs"/>
            </a:endParaRPr>
          </a:p>
        </p:txBody>
      </p:sp>
      <p:sp>
        <p:nvSpPr>
          <p:cNvPr id="4" name="Rechteck 5">
            <a:extLst>
              <a:ext uri="{FF2B5EF4-FFF2-40B4-BE49-F238E27FC236}">
                <a16:creationId xmlns:a16="http://schemas.microsoft.com/office/drawing/2014/main" id="{48E6377A-DBA7-41C4-A660-7F682D446628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gray">
          <a:xfrm>
            <a:off x="380355" y="906169"/>
            <a:ext cx="8389643" cy="4067632"/>
          </a:xfrm>
          <a:prstGeom prst="rect">
            <a:avLst/>
          </a:prstGeom>
          <a:pattFill prst="ltUpDiag">
            <a:fgClr>
              <a:schemeClr val="bg1"/>
            </a:fgClr>
            <a:bgClr>
              <a:srgbClr val="E8ECEC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  <a:latin typeface="Calibri" panose="020F0502020204030204" pitchFamily="34" charset="0"/>
            </a:endParaRP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956ED258-F973-4F76-8BE7-8A768F36343D}"/>
              </a:ext>
            </a:extLst>
          </p:cNvPr>
          <p:cNvSpPr/>
          <p:nvPr userDrawn="1"/>
        </p:nvSpPr>
        <p:spPr bwMode="gray">
          <a:xfrm>
            <a:off x="1336213" y="958645"/>
            <a:ext cx="1754587" cy="2970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vert="horz" wrap="square" lIns="0" tIns="0" rIns="0" bIns="27000" numCol="1" rtlCol="0" anchor="b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altLang="de-DE" sz="1050" b="1">
                <a:solidFill>
                  <a:schemeClr val="accent3"/>
                </a:solidFill>
                <a:latin typeface="+mj-lt"/>
              </a:rPr>
              <a:t>Professional Experience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C2DE979D-6E80-4427-822C-463B155BFEDE}"/>
              </a:ext>
            </a:extLst>
          </p:cNvPr>
          <p:cNvSpPr>
            <a:spLocks/>
          </p:cNvSpPr>
          <p:nvPr userDrawn="1"/>
        </p:nvSpPr>
        <p:spPr bwMode="gray">
          <a:xfrm>
            <a:off x="3302433" y="958645"/>
            <a:ext cx="5319692" cy="2970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vert="horz" wrap="square" lIns="54000" tIns="0" rIns="0" bIns="27000" numCol="1" rtlCol="0" anchor="b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sz="1050" b="1">
                <a:solidFill>
                  <a:schemeClr val="accent3"/>
                </a:solidFill>
                <a:latin typeface="+mj-lt"/>
              </a:rPr>
              <a:t>Project Experience (Extract)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B37620C-6E6E-4F83-8FB3-922F3E48208E}"/>
              </a:ext>
            </a:extLst>
          </p:cNvPr>
          <p:cNvSpPr>
            <a:spLocks/>
          </p:cNvSpPr>
          <p:nvPr userDrawn="1"/>
        </p:nvSpPr>
        <p:spPr bwMode="gray">
          <a:xfrm>
            <a:off x="5345254" y="3889173"/>
            <a:ext cx="2151616" cy="22153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vert="horz" wrap="square" lIns="54000" tIns="0" rIns="0" bIns="27000" numCol="1" rtlCol="0" anchor="b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sz="1000" b="1">
                <a:solidFill>
                  <a:schemeClr val="accent3"/>
                </a:solidFill>
                <a:latin typeface="+mj-lt"/>
              </a:rPr>
              <a:t>Industry/Function Expertise</a:t>
            </a:r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865548A1-1E96-4DCC-8C1A-064A376C9D3D}"/>
              </a:ext>
            </a:extLst>
          </p:cNvPr>
          <p:cNvSpPr/>
          <p:nvPr userDrawn="1"/>
        </p:nvSpPr>
        <p:spPr bwMode="gray">
          <a:xfrm>
            <a:off x="3302433" y="3901096"/>
            <a:ext cx="2337373" cy="22153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vert="horz" wrap="square" lIns="54000" tIns="0" rIns="0" bIns="27000" numCol="1" rtlCol="0" anchor="b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sz="1000" b="1">
                <a:solidFill>
                  <a:schemeClr val="accent3"/>
                </a:solidFill>
                <a:latin typeface="+mj-lt"/>
              </a:rPr>
              <a:t>Capability Skills</a:t>
            </a:r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C8DCC401-532C-428A-9984-CA88A59EFECC}"/>
              </a:ext>
            </a:extLst>
          </p:cNvPr>
          <p:cNvSpPr/>
          <p:nvPr userDrawn="1"/>
        </p:nvSpPr>
        <p:spPr bwMode="gray">
          <a:xfrm>
            <a:off x="7439790" y="3889174"/>
            <a:ext cx="1233343" cy="22153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vert="horz" wrap="square" lIns="54000" tIns="0" rIns="0" bIns="27000" numCol="1" rtlCol="0" anchor="b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sz="1000" b="1">
                <a:solidFill>
                  <a:schemeClr val="accent3"/>
                </a:solidFill>
                <a:latin typeface="+mj-lt"/>
              </a:rPr>
              <a:t>Language Skills</a:t>
            </a:r>
          </a:p>
        </p:txBody>
      </p:sp>
      <p:sp>
        <p:nvSpPr>
          <p:cNvPr id="12" name="Rechteck 6">
            <a:extLst>
              <a:ext uri="{FF2B5EF4-FFF2-40B4-BE49-F238E27FC236}">
                <a16:creationId xmlns:a16="http://schemas.microsoft.com/office/drawing/2014/main" id="{500C41D6-3751-4BF2-A2D4-C4D050EFDC5D}"/>
              </a:ext>
            </a:extLst>
          </p:cNvPr>
          <p:cNvSpPr>
            <a:spLocks/>
          </p:cNvSpPr>
          <p:nvPr userDrawn="1">
            <p:custDataLst>
              <p:tags r:id="rId2"/>
            </p:custDataLst>
          </p:nvPr>
        </p:nvSpPr>
        <p:spPr bwMode="gray">
          <a:xfrm>
            <a:off x="451339" y="1255645"/>
            <a:ext cx="2720911" cy="3616773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99000" rtlCol="0" anchor="t"/>
          <a:lstStyle/>
          <a:p>
            <a:pPr>
              <a:lnSpc>
                <a:spcPct val="95000"/>
              </a:lnSpc>
              <a:spcBef>
                <a:spcPts val="225"/>
              </a:spcBef>
              <a:spcAft>
                <a:spcPts val="225"/>
              </a:spcAft>
              <a:buClr>
                <a:srgbClr val="006699"/>
              </a:buClr>
              <a:defRPr/>
            </a:pPr>
            <a:endParaRPr lang="en-US" sz="1100">
              <a:solidFill>
                <a:srgbClr val="000000"/>
              </a:solidFill>
            </a:endParaRPr>
          </a:p>
        </p:txBody>
      </p:sp>
      <p:sp>
        <p:nvSpPr>
          <p:cNvPr id="13" name="Rechteck 9">
            <a:extLst>
              <a:ext uri="{FF2B5EF4-FFF2-40B4-BE49-F238E27FC236}">
                <a16:creationId xmlns:a16="http://schemas.microsoft.com/office/drawing/2014/main" id="{83BC4CDE-D518-4982-88F0-1383D055892F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gray">
          <a:xfrm>
            <a:off x="3243234" y="1255645"/>
            <a:ext cx="5442452" cy="2633340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/>
          <a:lstStyle/>
          <a:p>
            <a:pPr eaLnBrk="0" hangingPunct="0">
              <a:spcAft>
                <a:spcPts val="600"/>
              </a:spcAft>
              <a:buClr>
                <a:srgbClr val="000000"/>
              </a:buClr>
              <a:buSzPct val="100000"/>
              <a:defRPr/>
            </a:pPr>
            <a:endParaRPr lang="en-US" sz="900">
              <a:solidFill>
                <a:srgbClr val="000000"/>
              </a:solidFill>
              <a:cs typeface="Arial" pitchFamily="34" charset="0"/>
            </a:endParaRP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E198372A-3543-470D-972D-DE2081A6E13E}"/>
              </a:ext>
            </a:extLst>
          </p:cNvPr>
          <p:cNvSpPr/>
          <p:nvPr userDrawn="1">
            <p:custDataLst>
              <p:tags r:id="rId4"/>
            </p:custDataLst>
          </p:nvPr>
        </p:nvSpPr>
        <p:spPr bwMode="gray">
          <a:xfrm>
            <a:off x="5345253" y="4139287"/>
            <a:ext cx="2010172" cy="729756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/>
          <a:lstStyle/>
          <a:p>
            <a:pPr marL="0" lvl="1">
              <a:lnSpc>
                <a:spcPct val="95000"/>
              </a:lnSpc>
              <a:spcAft>
                <a:spcPts val="150"/>
              </a:spcAft>
              <a:buClr>
                <a:schemeClr val="tx2"/>
              </a:buClr>
              <a:buSzPct val="130000"/>
              <a:defRPr/>
            </a:pPr>
            <a:endParaRPr lang="de-DE" sz="85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15" name="Rechteck 12">
            <a:extLst>
              <a:ext uri="{FF2B5EF4-FFF2-40B4-BE49-F238E27FC236}">
                <a16:creationId xmlns:a16="http://schemas.microsoft.com/office/drawing/2014/main" id="{D8CF73CF-6270-47B9-889A-F8CCDABAA52C}"/>
              </a:ext>
            </a:extLst>
          </p:cNvPr>
          <p:cNvSpPr/>
          <p:nvPr userDrawn="1">
            <p:custDataLst>
              <p:tags r:id="rId5"/>
            </p:custDataLst>
          </p:nvPr>
        </p:nvSpPr>
        <p:spPr bwMode="gray">
          <a:xfrm>
            <a:off x="3243233" y="4139288"/>
            <a:ext cx="2031036" cy="729755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/>
          <a:lstStyle/>
          <a:p>
            <a:pPr marL="0" lvl="1" indent="0">
              <a:lnSpc>
                <a:spcPct val="95000"/>
              </a:lnSpc>
              <a:spcAft>
                <a:spcPts val="150"/>
              </a:spcAft>
              <a:buClr>
                <a:schemeClr val="tx2"/>
              </a:buClr>
              <a:buSzPct val="130000"/>
              <a:buFont typeface="Wingdings" panose="05000000000000000000" pitchFamily="2" charset="2"/>
              <a:buNone/>
              <a:defRPr/>
            </a:pPr>
            <a:endParaRPr lang="en-US" sz="90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16" name="Rechteck 13">
            <a:extLst>
              <a:ext uri="{FF2B5EF4-FFF2-40B4-BE49-F238E27FC236}">
                <a16:creationId xmlns:a16="http://schemas.microsoft.com/office/drawing/2014/main" id="{0B97C3DC-4554-43C8-B557-AAB90B40760C}"/>
              </a:ext>
            </a:extLst>
          </p:cNvPr>
          <p:cNvSpPr/>
          <p:nvPr userDrawn="1">
            <p:custDataLst>
              <p:tags r:id="rId6"/>
            </p:custDataLst>
          </p:nvPr>
        </p:nvSpPr>
        <p:spPr bwMode="gray">
          <a:xfrm>
            <a:off x="7439790" y="4139287"/>
            <a:ext cx="1245896" cy="729756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/>
          <a:lstStyle/>
          <a:p>
            <a:pPr marL="0" lvl="1" indent="0">
              <a:lnSpc>
                <a:spcPct val="95000"/>
              </a:lnSpc>
              <a:spcAft>
                <a:spcPts val="150"/>
              </a:spcAft>
              <a:buClr>
                <a:schemeClr val="tx2"/>
              </a:buClr>
              <a:buSzPct val="130000"/>
              <a:buFont typeface="Wingdings" panose="05000000000000000000" pitchFamily="2" charset="2"/>
              <a:buNone/>
              <a:defRPr/>
            </a:pPr>
            <a:endParaRPr lang="en-US" sz="90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pic>
        <p:nvPicPr>
          <p:cNvPr id="28" name="Picture 27" descr="A picture containing text, clock&#10;&#10;Description automatically generated">
            <a:extLst>
              <a:ext uri="{FF2B5EF4-FFF2-40B4-BE49-F238E27FC236}">
                <a16:creationId xmlns:a16="http://schemas.microsoft.com/office/drawing/2014/main" id="{B9DC391F-FC19-9845-BC67-FB15217DAB61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8079600" y="261246"/>
            <a:ext cx="690398" cy="470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404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ags" Target="../tags/tag2.xml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26F4C2C0-9C44-433C-BA89-DCAC6469C99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222267474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92" imgH="595" progId="TCLayout.ActiveDocument.1">
                  <p:embed/>
                </p:oleObj>
              </mc:Choice>
              <mc:Fallback>
                <p:oleObj name="think-cell Slide" r:id="rId4" imgW="592" imgH="595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26F4C2C0-9C44-433C-BA89-DCAC6469C99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563682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5" r:id="rId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  <p15:guide id="3" orient="horz" pos="2890" userDrawn="1">
          <p15:clr>
            <a:srgbClr val="F26B43"/>
          </p15:clr>
        </p15:guide>
        <p15:guide id="4" orient="horz" pos="3117" userDrawn="1">
          <p15:clr>
            <a:srgbClr val="F26B43"/>
          </p15:clr>
        </p15:guide>
        <p15:guide id="5" orient="horz" pos="191" userDrawn="1">
          <p15:clr>
            <a:srgbClr val="F26B43"/>
          </p15:clr>
        </p15:guide>
        <p15:guide id="6" pos="181" userDrawn="1">
          <p15:clr>
            <a:srgbClr val="F26B43"/>
          </p15:clr>
        </p15:guide>
        <p15:guide id="7" pos="5579" userDrawn="1">
          <p15:clr>
            <a:srgbClr val="F26B43"/>
          </p15:clr>
        </p15:guide>
        <p15:guide id="8" pos="3039" userDrawn="1">
          <p15:clr>
            <a:srgbClr val="F26B43"/>
          </p15:clr>
        </p15:guide>
        <p15:guide id="9" pos="272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3" Type="http://schemas.openxmlformats.org/officeDocument/2006/relationships/tags" Target="../tags/tag11.xml"/><Relationship Id="rId7" Type="http://schemas.openxmlformats.org/officeDocument/2006/relationships/slideLayout" Target="../slideLayouts/slideLayout1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9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7">
            <a:extLst>
              <a:ext uri="{FF2B5EF4-FFF2-40B4-BE49-F238E27FC236}">
                <a16:creationId xmlns:a16="http://schemas.microsoft.com/office/drawing/2014/main" id="{BB0AA60A-D303-48DE-8B73-CC26880FFD31}"/>
              </a:ext>
            </a:extLst>
          </p:cNvPr>
          <p:cNvSpPr txBox="1"/>
          <p:nvPr/>
        </p:nvSpPr>
        <p:spPr>
          <a:xfrm>
            <a:off x="380355" y="548937"/>
            <a:ext cx="7059435" cy="3334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600"/>
              </a:lnSpc>
            </a:pPr>
            <a:r>
              <a:rPr lang="en-US" sz="2400" b="1" dirty="0">
                <a:latin typeface="Graphik Semibold"/>
              </a:rPr>
              <a:t>Data Scientist</a:t>
            </a:r>
            <a:endParaRPr lang="en-US" dirty="0"/>
          </a:p>
        </p:txBody>
      </p:sp>
      <p:sp>
        <p:nvSpPr>
          <p:cNvPr id="19" name="TextBox 6">
            <a:extLst>
              <a:ext uri="{FF2B5EF4-FFF2-40B4-BE49-F238E27FC236}">
                <a16:creationId xmlns:a16="http://schemas.microsoft.com/office/drawing/2014/main" id="{32355C8D-B482-4230-9347-2A41B76B1B0D}"/>
              </a:ext>
            </a:extLst>
          </p:cNvPr>
          <p:cNvSpPr txBox="1"/>
          <p:nvPr/>
        </p:nvSpPr>
        <p:spPr>
          <a:xfrm>
            <a:off x="380354" y="188944"/>
            <a:ext cx="7059435" cy="3547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600"/>
              </a:lnSpc>
            </a:pPr>
            <a:r>
              <a:rPr lang="en-US" sz="3600" b="1" dirty="0" err="1">
                <a:solidFill>
                  <a:schemeClr val="accent3"/>
                </a:solidFill>
                <a:latin typeface="Graphik Semibold"/>
              </a:rPr>
              <a:t>Kandidat</a:t>
            </a:r>
            <a:r>
              <a:rPr lang="en-US" sz="3600" b="1" dirty="0">
                <a:solidFill>
                  <a:schemeClr val="accent3"/>
                </a:solidFill>
                <a:latin typeface="Graphik Semibold"/>
              </a:rPr>
              <a:t> dummy2</a:t>
            </a:r>
            <a:endParaRPr lang="en-US" dirty="0"/>
          </a:p>
        </p:txBody>
      </p:sp>
      <p:sp>
        <p:nvSpPr>
          <p:cNvPr id="22" name="Rechteck 6">
            <a:extLst>
              <a:ext uri="{FF2B5EF4-FFF2-40B4-BE49-F238E27FC236}">
                <a16:creationId xmlns:a16="http://schemas.microsoft.com/office/drawing/2014/main" id="{B57B3A26-AB1B-4820-B23A-F5DA79D27B07}"/>
              </a:ext>
            </a:extLst>
          </p:cNvPr>
          <p:cNvSpPr>
            <a:spLocks/>
          </p:cNvSpPr>
          <p:nvPr>
            <p:custDataLst>
              <p:tags r:id="rId1"/>
            </p:custDataLst>
          </p:nvPr>
        </p:nvSpPr>
        <p:spPr bwMode="gray">
          <a:xfrm>
            <a:off x="451339" y="1255645"/>
            <a:ext cx="2720911" cy="361677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99000" rtlCol="0" anchor="t"/>
          <a:lstStyle/>
          <a:p>
            <a:pPr>
              <a:spcAft>
                <a:spcPts val="600"/>
              </a:spcAft>
              <a:buClr>
                <a:srgbClr val="006699"/>
              </a:buClr>
              <a:defRPr/>
            </a:pPr>
            <a:r>
              <a:rPr lang="en-US" sz="900" dirty="0" err="1">
                <a:solidFill>
                  <a:srgbClr val="000000"/>
                </a:solidFill>
              </a:rPr>
              <a:t>Kandidat</a:t>
            </a:r>
            <a:r>
              <a:rPr lang="en-US" sz="900" dirty="0">
                <a:solidFill>
                  <a:srgbClr val="000000"/>
                </a:solidFill>
              </a:rPr>
              <a:t> dummy2 is a Data Scientist in Accenture Data Engineering.</a:t>
            </a:r>
          </a:p>
          <a:p>
            <a:pPr>
              <a:spcAft>
                <a:spcPts val="600"/>
              </a:spcAft>
              <a:buClr>
                <a:srgbClr val="006699"/>
              </a:buClr>
              <a:defRPr/>
            </a:pPr>
            <a:r>
              <a:rPr lang="en-US" sz="900" dirty="0">
                <a:solidFill>
                  <a:srgbClr val="000000"/>
                </a:solidFill>
              </a:rPr>
              <a:t>With over 5+ years of experience in data science and data engineering, she has consistently demonstrated key abilities in analytical thinking, creativity, and communication.</a:t>
            </a:r>
          </a:p>
          <a:p>
            <a:pPr>
              <a:spcAft>
                <a:spcPts val="600"/>
              </a:spcAft>
              <a:buClr>
                <a:srgbClr val="006699"/>
              </a:buClr>
              <a:defRPr/>
            </a:pPr>
            <a:r>
              <a:rPr lang="en-US" sz="900" dirty="0">
                <a:solidFill>
                  <a:srgbClr val="000000"/>
                </a:solidFill>
              </a:rPr>
              <a:t>She knows the various challenges of data-driven projects in the infrastructure, manufacturing, engineering and IT sector. Her toolbox ranges from (statistical) model-based optimization to classical machine learning up to more complex natural language processing models.</a:t>
            </a:r>
          </a:p>
          <a:p>
            <a:pPr>
              <a:spcAft>
                <a:spcPts val="600"/>
              </a:spcAft>
              <a:buClr>
                <a:srgbClr val="006699"/>
              </a:buClr>
              <a:defRPr/>
            </a:pPr>
            <a:r>
              <a:rPr lang="en-US" sz="900" dirty="0">
                <a:solidFill>
                  <a:srgbClr val="000000"/>
                </a:solidFill>
              </a:rPr>
              <a:t>She holds a masters degree in Data Science at ZHAW.</a:t>
            </a:r>
          </a:p>
        </p:txBody>
      </p:sp>
      <p:sp>
        <p:nvSpPr>
          <p:cNvPr id="23" name="Rechteck 9">
            <a:extLst>
              <a:ext uri="{FF2B5EF4-FFF2-40B4-BE49-F238E27FC236}">
                <a16:creationId xmlns:a16="http://schemas.microsoft.com/office/drawing/2014/main" id="{1F20D39F-31C7-467B-A678-9C02A88B6A81}"/>
              </a:ext>
            </a:extLst>
          </p:cNvPr>
          <p:cNvSpPr/>
          <p:nvPr>
            <p:custDataLst>
              <p:tags r:id="rId2"/>
            </p:custDataLst>
          </p:nvPr>
        </p:nvSpPr>
        <p:spPr bwMode="gray">
          <a:xfrm>
            <a:off x="3224915" y="1255645"/>
            <a:ext cx="5506129" cy="2633340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/>
          <a:lstStyle/>
          <a:p>
            <a:pPr eaLnBrk="0" hangingPunct="0">
              <a:buClr>
                <a:schemeClr val="tx2"/>
              </a:buClr>
              <a:buSzPct val="100000"/>
              <a:defRPr/>
            </a:pPr>
            <a:r>
              <a:rPr lang="en-US" sz="900" b="1" dirty="0">
                <a:solidFill>
                  <a:srgbClr val="000000"/>
                </a:solidFill>
                <a:cs typeface="Arial" pitchFamily="34" charset="0"/>
              </a:rPr>
              <a:t>Consumer Goods company in Marketing - Strategic Leadership as DS Lead</a:t>
            </a:r>
            <a:endParaRPr lang="en-US" sz="900" dirty="0">
              <a:solidFill>
                <a:srgbClr val="000000"/>
              </a:solidFill>
              <a:cs typeface="Arial" pitchFamily="34" charset="0"/>
            </a:endParaRPr>
          </a:p>
          <a:p>
            <a:pPr marL="171450" indent="-171450" eaLnBrk="0" hangingPunct="0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900" dirty="0">
                <a:solidFill>
                  <a:srgbClr val="000000"/>
                </a:solidFill>
                <a:cs typeface="Arial" pitchFamily="34" charset="0"/>
              </a:rPr>
              <a:t>Recommend the development of a data mesh architecture featuring 10 data products, utilizing Azure Data Factory and Azure Databricks pipelines for NLP solutions powered by Generative AI​.</a:t>
            </a:r>
          </a:p>
          <a:p>
            <a:pPr marL="171450" indent="-171450" eaLnBrk="0" hangingPunct="0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900" dirty="0">
                <a:solidFill>
                  <a:srgbClr val="000000"/>
                </a:solidFill>
                <a:cs typeface="Arial" pitchFamily="34" charset="0"/>
              </a:rPr>
              <a:t>Set up the integration of machine learning models into data products for advanced analytics.​</a:t>
            </a:r>
          </a:p>
          <a:p>
            <a:pPr eaLnBrk="0" hangingPunct="0">
              <a:buClr>
                <a:schemeClr val="tx2"/>
              </a:buClr>
              <a:buSzPct val="100000"/>
              <a:defRPr/>
            </a:pPr>
            <a:r>
              <a:rPr lang="en-US" sz="900" b="1" dirty="0">
                <a:solidFill>
                  <a:srgbClr val="000000"/>
                </a:solidFill>
                <a:cs typeface="Arial" pitchFamily="34" charset="0"/>
              </a:rPr>
              <a:t>Retail company - Strategic Leadership in Systems and ETL Development</a:t>
            </a:r>
            <a:endParaRPr lang="en-US" sz="900" dirty="0">
              <a:solidFill>
                <a:srgbClr val="000000"/>
              </a:solidFill>
              <a:cs typeface="Arial" pitchFamily="34" charset="0"/>
            </a:endParaRPr>
          </a:p>
          <a:p>
            <a:pPr marL="171450" indent="-171450" eaLnBrk="0" hangingPunct="0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900" dirty="0">
                <a:solidFill>
                  <a:srgbClr val="000000"/>
                </a:solidFill>
                <a:cs typeface="Arial" pitchFamily="34" charset="0"/>
              </a:rPr>
              <a:t>Advise, lead, and actively participate in high-impact activities throughout the systems development lifecycle.</a:t>
            </a:r>
          </a:p>
          <a:p>
            <a:pPr marL="171450" indent="-171450" eaLnBrk="0" hangingPunct="0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900" dirty="0">
                <a:solidFill>
                  <a:srgbClr val="000000"/>
                </a:solidFill>
                <a:cs typeface="Arial" pitchFamily="34" charset="0"/>
              </a:rPr>
              <a:t>Develop Azure data pipelines and Synapse Notebooks to enhance efficiency and reliability.</a:t>
            </a:r>
          </a:p>
          <a:p>
            <a:pPr marL="171450" indent="-171450" eaLnBrk="0" hangingPunct="0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900" dirty="0">
                <a:solidFill>
                  <a:srgbClr val="000000"/>
                </a:solidFill>
                <a:cs typeface="Arial" pitchFamily="34" charset="0"/>
              </a:rPr>
              <a:t>Lead offshore development team to ensure alignment with project goals and timelines.</a:t>
            </a:r>
            <a:endParaRPr lang="en-US" sz="900" b="1" dirty="0">
              <a:solidFill>
                <a:srgbClr val="000000"/>
              </a:solidFill>
              <a:cs typeface="Arial" pitchFamily="34" charset="0"/>
            </a:endParaRPr>
          </a:p>
          <a:p>
            <a:pPr eaLnBrk="0" hangingPunct="0">
              <a:buClr>
                <a:schemeClr val="tx2"/>
              </a:buClr>
              <a:buSzPct val="100000"/>
              <a:defRPr/>
            </a:pPr>
            <a:r>
              <a:rPr lang="en-US" sz="900" b="1" dirty="0">
                <a:solidFill>
                  <a:srgbClr val="000000"/>
                </a:solidFill>
                <a:cs typeface="Arial" pitchFamily="34" charset="0"/>
              </a:rPr>
              <a:t>Railway company in Europe - Condition Based Maintenance Project</a:t>
            </a:r>
          </a:p>
          <a:p>
            <a:pPr marL="171450" indent="-171450" eaLnBrk="0" hangingPunct="0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900" dirty="0">
                <a:solidFill>
                  <a:srgbClr val="000000"/>
                </a:solidFill>
                <a:cs typeface="Arial" pitchFamily="34" charset="0"/>
              </a:rPr>
              <a:t>Implemented ETL pipelines using various big data tools (Apache-Spark, </a:t>
            </a:r>
            <a:r>
              <a:rPr lang="en-US" sz="900" dirty="0" err="1">
                <a:solidFill>
                  <a:srgbClr val="000000"/>
                </a:solidFill>
                <a:cs typeface="Arial" pitchFamily="34" charset="0"/>
              </a:rPr>
              <a:t>Nifi</a:t>
            </a:r>
            <a:r>
              <a:rPr lang="en-US" sz="900" dirty="0">
                <a:solidFill>
                  <a:srgbClr val="000000"/>
                </a:solidFill>
                <a:cs typeface="Arial" pitchFamily="34" charset="0"/>
              </a:rPr>
              <a:t>)​.</a:t>
            </a:r>
          </a:p>
          <a:p>
            <a:pPr marL="171450" indent="-171450" eaLnBrk="0" hangingPunct="0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900" dirty="0">
                <a:solidFill>
                  <a:srgbClr val="000000"/>
                </a:solidFill>
                <a:cs typeface="Arial" pitchFamily="34" charset="0"/>
              </a:rPr>
              <a:t>Analysis of structured and semi-structured data sources and support in data analysis and/evaluation, Tableau dashboards implementation.</a:t>
            </a:r>
          </a:p>
          <a:p>
            <a:pPr marL="171450" indent="-171450" eaLnBrk="0" hangingPunct="0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900" dirty="0">
                <a:solidFill>
                  <a:srgbClr val="000000"/>
                </a:solidFill>
                <a:cs typeface="Arial" pitchFamily="34" charset="0"/>
              </a:rPr>
              <a:t>Documentation of DevOps setup in JIRA​.</a:t>
            </a:r>
          </a:p>
          <a:p>
            <a:pPr eaLnBrk="0" hangingPunct="0">
              <a:buClr>
                <a:schemeClr val="tx2"/>
              </a:buClr>
              <a:buSzPct val="100000"/>
              <a:defRPr/>
            </a:pPr>
            <a:r>
              <a:rPr lang="en-US" sz="900" b="1" dirty="0">
                <a:solidFill>
                  <a:srgbClr val="000000"/>
                </a:solidFill>
                <a:cs typeface="Arial" pitchFamily="34" charset="0"/>
              </a:rPr>
              <a:t>IT technology company - Topic Modeling and User Classification (NLP)</a:t>
            </a:r>
          </a:p>
          <a:p>
            <a:pPr marL="171450" indent="-171450" eaLnBrk="0" hangingPunct="0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900" dirty="0">
                <a:solidFill>
                  <a:srgbClr val="000000"/>
                </a:solidFill>
                <a:cs typeface="Arial" pitchFamily="34" charset="0"/>
              </a:rPr>
              <a:t>Acquisition and pre-processing of data including feature engineering.</a:t>
            </a:r>
          </a:p>
          <a:p>
            <a:pPr marL="171450" indent="-171450" eaLnBrk="0" hangingPunct="0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900" dirty="0">
                <a:solidFill>
                  <a:srgbClr val="000000"/>
                </a:solidFill>
                <a:cs typeface="Arial" pitchFamily="34" charset="0"/>
              </a:rPr>
              <a:t>Development of machine learning models and implementation to production pipeline.</a:t>
            </a:r>
          </a:p>
        </p:txBody>
      </p:sp>
      <p:sp>
        <p:nvSpPr>
          <p:cNvPr id="28" name="Rechteck 13">
            <a:extLst>
              <a:ext uri="{FF2B5EF4-FFF2-40B4-BE49-F238E27FC236}">
                <a16:creationId xmlns:a16="http://schemas.microsoft.com/office/drawing/2014/main" id="{CBB4042B-1208-4045-B4C5-895700C8460E}"/>
              </a:ext>
            </a:extLst>
          </p:cNvPr>
          <p:cNvSpPr/>
          <p:nvPr>
            <p:custDataLst>
              <p:tags r:id="rId3"/>
            </p:custDataLst>
          </p:nvPr>
        </p:nvSpPr>
        <p:spPr bwMode="gray">
          <a:xfrm>
            <a:off x="5345253" y="4139287"/>
            <a:ext cx="2010172" cy="729756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/>
          <a:lstStyle/>
          <a:p>
            <a:pPr marL="171450" lvl="1" indent="-171450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buSzPct val="130000"/>
              <a:buFont typeface="Wingdings" panose="05000000000000000000" pitchFamily="2" charset="2"/>
              <a:buChar char="§"/>
              <a:defRPr/>
            </a:pPr>
            <a:r>
              <a:rPr lang="de-CH" sz="800" dirty="0">
                <a:solidFill>
                  <a:srgbClr val="000000"/>
                </a:solidFill>
                <a:cs typeface="Arial" panose="020B0604020202020204" pitchFamily="34" charset="0"/>
              </a:rPr>
              <a:t>IT- Technology</a:t>
            </a:r>
          </a:p>
          <a:p>
            <a:pPr marL="171450" lvl="1" indent="-171450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buSzPct val="130000"/>
              <a:buFont typeface="Wingdings" panose="05000000000000000000" pitchFamily="2" charset="2"/>
              <a:buChar char="§"/>
              <a:defRPr/>
            </a:pPr>
            <a:r>
              <a:rPr lang="en-CH" sz="800" dirty="0">
                <a:solidFill>
                  <a:srgbClr val="000000"/>
                </a:solidFill>
                <a:cs typeface="Arial" panose="020B0604020202020204" pitchFamily="34" charset="0"/>
              </a:rPr>
              <a:t>Infrastructure</a:t>
            </a:r>
          </a:p>
          <a:p>
            <a:pPr marL="171450" lvl="1" indent="-171450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buSzPct val="130000"/>
              <a:buFont typeface="Wingdings" panose="05000000000000000000" pitchFamily="2" charset="2"/>
              <a:buChar char="§"/>
              <a:defRPr/>
            </a:pPr>
            <a:r>
              <a:rPr lang="de-CH" sz="800" dirty="0">
                <a:solidFill>
                  <a:srgbClr val="000000"/>
                </a:solidFill>
                <a:cs typeface="Arial" panose="020B0604020202020204" pitchFamily="34" charset="0"/>
              </a:rPr>
              <a:t>Manufacturing</a:t>
            </a:r>
          </a:p>
          <a:p>
            <a:pPr marL="171450" lvl="1" indent="-171450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buSzPct val="130000"/>
              <a:buFont typeface="Wingdings" panose="05000000000000000000" pitchFamily="2" charset="2"/>
              <a:buChar char="§"/>
              <a:defRPr/>
            </a:pPr>
            <a:r>
              <a:rPr lang="de-CH" sz="800" dirty="0">
                <a:solidFill>
                  <a:srgbClr val="000000"/>
                </a:solidFill>
                <a:cs typeface="Arial" panose="020B0604020202020204" pitchFamily="34" charset="0"/>
              </a:rPr>
              <a:t>Supply Chain</a:t>
            </a:r>
          </a:p>
        </p:txBody>
      </p:sp>
      <p:sp>
        <p:nvSpPr>
          <p:cNvPr id="31" name="Rechteck 12">
            <a:extLst>
              <a:ext uri="{FF2B5EF4-FFF2-40B4-BE49-F238E27FC236}">
                <a16:creationId xmlns:a16="http://schemas.microsoft.com/office/drawing/2014/main" id="{11CA312B-03A9-41D3-AC78-B7E1AD8A7200}"/>
              </a:ext>
            </a:extLst>
          </p:cNvPr>
          <p:cNvSpPr/>
          <p:nvPr>
            <p:custDataLst>
              <p:tags r:id="rId4"/>
            </p:custDataLst>
          </p:nvPr>
        </p:nvSpPr>
        <p:spPr bwMode="gray">
          <a:xfrm>
            <a:off x="3243233" y="4139288"/>
            <a:ext cx="2031036" cy="729755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/>
          <a:lstStyle/>
          <a:p>
            <a:pPr marL="171450" lvl="1" indent="-171450"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buSzPct val="130000"/>
              <a:buFont typeface="Wingdings" panose="05000000000000000000" pitchFamily="2" charset="2"/>
              <a:buChar char="§"/>
              <a:defRPr/>
            </a:pPr>
            <a:r>
              <a:rPr lang="pt-BR" sz="800" dirty="0">
                <a:solidFill>
                  <a:srgbClr val="000000"/>
                </a:solidFill>
                <a:cs typeface="Arial" panose="020B0604020202020204" pitchFamily="34" charset="0"/>
              </a:rPr>
              <a:t>Python, SQL, R</a:t>
            </a:r>
            <a:r>
              <a:rPr lang="en-US" sz="800" dirty="0">
                <a:solidFill>
                  <a:srgbClr val="000000"/>
                </a:solidFill>
                <a:cs typeface="Arial" panose="020B0604020202020204" pitchFamily="34" charset="0"/>
              </a:rPr>
              <a:t>, </a:t>
            </a:r>
            <a:r>
              <a:rPr lang="en-US" sz="800" dirty="0" err="1">
                <a:solidFill>
                  <a:srgbClr val="000000"/>
                </a:solidFill>
                <a:cs typeface="Arial" panose="020B0604020202020204" pitchFamily="34" charset="0"/>
              </a:rPr>
              <a:t>PySpark</a:t>
            </a:r>
            <a:r>
              <a:rPr lang="en-US" sz="800" dirty="0">
                <a:solidFill>
                  <a:srgbClr val="000000"/>
                </a:solidFill>
                <a:cs typeface="Arial" panose="020B0604020202020204" pitchFamily="34" charset="0"/>
              </a:rPr>
              <a:t>, Jolt, </a:t>
            </a:r>
            <a:r>
              <a:rPr lang="en-US" sz="800" dirty="0" err="1">
                <a:solidFill>
                  <a:srgbClr val="000000"/>
                </a:solidFill>
                <a:cs typeface="Arial" panose="020B0604020202020204" pitchFamily="34" charset="0"/>
              </a:rPr>
              <a:t>Nifi</a:t>
            </a:r>
            <a:endParaRPr lang="en-US" sz="800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marL="171450" lvl="1" indent="-171450"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buSzPct val="130000"/>
              <a:buFont typeface="Wingdings" panose="05000000000000000000" pitchFamily="2" charset="2"/>
              <a:buChar char="§"/>
              <a:defRPr/>
            </a:pPr>
            <a:r>
              <a:rPr lang="en-US" sz="800" dirty="0">
                <a:solidFill>
                  <a:srgbClr val="000000"/>
                </a:solidFill>
                <a:cs typeface="Arial" panose="020B0604020202020204" pitchFamily="34" charset="0"/>
              </a:rPr>
              <a:t>AWS(S3, Athena), </a:t>
            </a:r>
            <a:r>
              <a:rPr lang="en-US" sz="800" err="1">
                <a:solidFill>
                  <a:srgbClr val="000000"/>
                </a:solidFill>
                <a:cs typeface="Arial" panose="020B0604020202020204" pitchFamily="34" charset="0"/>
              </a:rPr>
              <a:t>GenAI</a:t>
            </a:r>
            <a:r>
              <a:rPr lang="en-US" sz="800">
                <a:solidFill>
                  <a:srgbClr val="000000"/>
                </a:solidFill>
                <a:cs typeface="Arial" panose="020B0604020202020204" pitchFamily="34" charset="0"/>
              </a:rPr>
              <a:t>, Azure </a:t>
            </a:r>
            <a:r>
              <a:rPr lang="en-US" sz="800" dirty="0">
                <a:solidFill>
                  <a:srgbClr val="000000"/>
                </a:solidFill>
                <a:cs typeface="Arial" panose="020B0604020202020204" pitchFamily="34" charset="0"/>
              </a:rPr>
              <a:t>(Synapse, Data Factory, Data Lake, Databricks)</a:t>
            </a:r>
          </a:p>
        </p:txBody>
      </p:sp>
      <p:sp>
        <p:nvSpPr>
          <p:cNvPr id="35" name="Rechteck 13">
            <a:extLst>
              <a:ext uri="{FF2B5EF4-FFF2-40B4-BE49-F238E27FC236}">
                <a16:creationId xmlns:a16="http://schemas.microsoft.com/office/drawing/2014/main" id="{CF983AA7-EA8F-4F01-A3AF-2FBC27283D1A}"/>
              </a:ext>
            </a:extLst>
          </p:cNvPr>
          <p:cNvSpPr/>
          <p:nvPr>
            <p:custDataLst>
              <p:tags r:id="rId5"/>
            </p:custDataLst>
          </p:nvPr>
        </p:nvSpPr>
        <p:spPr bwMode="gray">
          <a:xfrm>
            <a:off x="7439790" y="4139287"/>
            <a:ext cx="1245896" cy="729756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/>
          <a:lstStyle/>
          <a:p>
            <a:pPr marL="128588" lvl="1" indent="-128588">
              <a:lnSpc>
                <a:spcPct val="95000"/>
              </a:lnSpc>
              <a:spcAft>
                <a:spcPts val="150"/>
              </a:spcAft>
              <a:buClr>
                <a:schemeClr val="tx2"/>
              </a:buClr>
              <a:buSzPct val="130000"/>
              <a:buFont typeface="Wingdings" panose="05000000000000000000" pitchFamily="2" charset="2"/>
              <a:buChar char="§"/>
              <a:defRPr/>
            </a:pPr>
            <a:r>
              <a:rPr lang="en-US" sz="800" dirty="0">
                <a:solidFill>
                  <a:srgbClr val="000000"/>
                </a:solidFill>
                <a:cs typeface="Arial" panose="020B0604020202020204" pitchFamily="34" charset="0"/>
              </a:rPr>
              <a:t>German (C1)</a:t>
            </a:r>
          </a:p>
          <a:p>
            <a:pPr marL="128588" lvl="1" indent="-128588">
              <a:lnSpc>
                <a:spcPct val="95000"/>
              </a:lnSpc>
              <a:spcAft>
                <a:spcPts val="150"/>
              </a:spcAft>
              <a:buClr>
                <a:schemeClr val="tx2"/>
              </a:buClr>
              <a:buSzPct val="130000"/>
              <a:buFont typeface="Wingdings" panose="05000000000000000000" pitchFamily="2" charset="2"/>
              <a:buChar char="§"/>
              <a:defRPr/>
            </a:pPr>
            <a:r>
              <a:rPr lang="en-US" sz="800" dirty="0">
                <a:solidFill>
                  <a:srgbClr val="000000"/>
                </a:solidFill>
                <a:cs typeface="Arial" panose="020B0604020202020204" pitchFamily="34" charset="0"/>
              </a:rPr>
              <a:t>Swiss German (C1)</a:t>
            </a:r>
          </a:p>
          <a:p>
            <a:pPr marL="128588" lvl="1" indent="-128588">
              <a:lnSpc>
                <a:spcPct val="95000"/>
              </a:lnSpc>
              <a:spcAft>
                <a:spcPts val="150"/>
              </a:spcAft>
              <a:buClr>
                <a:schemeClr val="tx2"/>
              </a:buClr>
              <a:buSzPct val="130000"/>
              <a:buFont typeface="Wingdings" panose="05000000000000000000" pitchFamily="2" charset="2"/>
              <a:buChar char="§"/>
              <a:defRPr/>
            </a:pPr>
            <a:r>
              <a:rPr lang="en-US" sz="800" dirty="0">
                <a:solidFill>
                  <a:srgbClr val="000000"/>
                </a:solidFill>
                <a:cs typeface="Arial" panose="020B0604020202020204" pitchFamily="34" charset="0"/>
              </a:rPr>
              <a:t>English (C1)</a:t>
            </a:r>
          </a:p>
          <a:p>
            <a:pPr marL="128588" lvl="1" indent="-128588">
              <a:lnSpc>
                <a:spcPct val="95000"/>
              </a:lnSpc>
              <a:spcAft>
                <a:spcPts val="150"/>
              </a:spcAft>
              <a:buClr>
                <a:schemeClr val="tx2"/>
              </a:buClr>
              <a:buSzPct val="130000"/>
              <a:buFont typeface="Wingdings" panose="05000000000000000000" pitchFamily="2" charset="2"/>
              <a:buChar char="§"/>
              <a:defRPr/>
            </a:pPr>
            <a:r>
              <a:rPr lang="en-US" sz="800" dirty="0">
                <a:solidFill>
                  <a:srgbClr val="000000"/>
                </a:solidFill>
                <a:cs typeface="Arial" panose="020B0604020202020204" pitchFamily="34" charset="0"/>
              </a:rPr>
              <a:t>Korean (C2)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0CC563AB-2272-4F89-8C09-18EF55112C2D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13368" r="13368"/>
          <a:stretch/>
        </p:blipFill>
        <p:spPr>
          <a:xfrm>
            <a:off x="451339" y="1147512"/>
            <a:ext cx="775441" cy="1058408"/>
          </a:xfrm>
          <a:prstGeom prst="rect">
            <a:avLst/>
          </a:prstGeom>
        </p:spPr>
      </p:pic>
      <p:sp>
        <p:nvSpPr>
          <p:cNvPr id="3" name="Rechteck 18">
            <a:extLst>
              <a:ext uri="{FF2B5EF4-FFF2-40B4-BE49-F238E27FC236}">
                <a16:creationId xmlns:a16="http://schemas.microsoft.com/office/drawing/2014/main" id="{BF2BF599-91F8-48C7-8BDE-B4FFA12D66AE}"/>
              </a:ext>
            </a:extLst>
          </p:cNvPr>
          <p:cNvSpPr/>
          <p:nvPr>
            <p:custDataLst>
              <p:tags r:id="rId6"/>
            </p:custDataLst>
          </p:nvPr>
        </p:nvSpPr>
        <p:spPr bwMode="gray">
          <a:xfrm>
            <a:off x="1336213" y="1360403"/>
            <a:ext cx="1952302" cy="792197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>
              <a:spcAft>
                <a:spcPts val="300"/>
              </a:spcAft>
              <a:defRPr/>
            </a:pPr>
            <a:r>
              <a:rPr lang="en-US" sz="900" b="1" dirty="0" err="1">
                <a:solidFill>
                  <a:schemeClr val="tx1"/>
                </a:solidFill>
                <a:ea typeface="+mn-lt"/>
                <a:cs typeface="+mn-lt"/>
              </a:rPr>
              <a:t>Kandidat</a:t>
            </a:r>
            <a:r>
              <a:rPr lang="en-US" sz="900" b="1" dirty="0">
                <a:solidFill>
                  <a:schemeClr val="tx1"/>
                </a:solidFill>
                <a:ea typeface="+mn-lt"/>
                <a:cs typeface="+mn-lt"/>
              </a:rPr>
              <a:t> dummy2</a:t>
            </a:r>
          </a:p>
          <a:p>
            <a:pPr>
              <a:spcAft>
                <a:spcPts val="300"/>
              </a:spcAft>
              <a:defRPr/>
            </a:pPr>
            <a:r>
              <a:rPr lang="en-US" sz="900" dirty="0">
                <a:solidFill>
                  <a:srgbClr val="000000"/>
                </a:solidFill>
                <a:ea typeface="+mn-lt"/>
                <a:cs typeface="+mn-lt"/>
              </a:rPr>
              <a:t>Zurich, Switzerland</a:t>
            </a:r>
            <a:endParaRPr lang="en-US" sz="900" dirty="0">
              <a:ea typeface="+mn-lt"/>
              <a:cs typeface="+mn-lt"/>
            </a:endParaRPr>
          </a:p>
          <a:p>
            <a:pPr>
              <a:spcAft>
                <a:spcPts val="300"/>
              </a:spcAft>
              <a:defRPr/>
            </a:pPr>
            <a:r>
              <a:rPr lang="en-US" sz="900" dirty="0">
                <a:solidFill>
                  <a:schemeClr val="tx1"/>
                </a:solidFill>
                <a:ea typeface="+mn-lt"/>
                <a:cs typeface="+mn-lt"/>
              </a:rPr>
              <a:t>Kandidat_dummy2@accenture.com</a:t>
            </a:r>
            <a:endParaRPr lang="en-US" dirty="0"/>
          </a:p>
          <a:p>
            <a:pPr>
              <a:spcAft>
                <a:spcPts val="300"/>
              </a:spcAft>
            </a:pPr>
            <a:endParaRPr lang="de-CH" altLang="de-DE" sz="900" kern="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565202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heme/theme1.xml><?xml version="1.0" encoding="utf-8"?>
<a:theme xmlns:a="http://schemas.openxmlformats.org/drawingml/2006/main" name="Benutzerdefiniertes Design">
  <a:themeElements>
    <a:clrScheme name="">
      <a:dk1>
        <a:srgbClr val="000000"/>
      </a:dk1>
      <a:lt1>
        <a:srgbClr val="FFFFFF"/>
      </a:lt1>
      <a:dk2>
        <a:srgbClr val="323232"/>
      </a:dk2>
      <a:lt2>
        <a:srgbClr val="E7E6E6"/>
      </a:lt2>
      <a:accent1>
        <a:srgbClr val="450073"/>
      </a:accent1>
      <a:accent2>
        <a:srgbClr val="7400A4"/>
      </a:accent2>
      <a:accent3>
        <a:srgbClr val="A000FF"/>
      </a:accent3>
      <a:accent4>
        <a:srgbClr val="7400C0"/>
      </a:accent4>
      <a:accent5>
        <a:srgbClr val="A000FF"/>
      </a:accent5>
      <a:accent6>
        <a:srgbClr val="0074FA"/>
      </a:accent6>
      <a:hlink>
        <a:srgbClr val="0563C1"/>
      </a:hlink>
      <a:folHlink>
        <a:srgbClr val="954F72"/>
      </a:folHlink>
    </a:clrScheme>
    <a:fontScheme name="Custom 1">
      <a:majorFont>
        <a:latin typeface="Graphik Semibold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0468E8A427C7042B88C07DEB3AAE194" ma:contentTypeVersion="4" ma:contentTypeDescription="Create a new document." ma:contentTypeScope="" ma:versionID="f5aab35fc18a4076e002b689ed036be6">
  <xsd:schema xmlns:xsd="http://www.w3.org/2001/XMLSchema" xmlns:xs="http://www.w3.org/2001/XMLSchema" xmlns:p="http://schemas.microsoft.com/office/2006/metadata/properties" xmlns:ns2="efbc7074-1739-4f5d-9f49-6049e4d1c4c9" targetNamespace="http://schemas.microsoft.com/office/2006/metadata/properties" ma:root="true" ma:fieldsID="626b27ea1de3d77dd8831ae760f43107" ns2:_="">
    <xsd:import namespace="efbc7074-1739-4f5d-9f49-6049e4d1c4c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fbc7074-1739-4f5d-9f49-6049e4d1c4c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704A84C-9917-4ADB-B4D6-64592CD28B71}"/>
</file>

<file path=customXml/itemProps2.xml><?xml version="1.0" encoding="utf-8"?>
<ds:datastoreItem xmlns:ds="http://schemas.openxmlformats.org/officeDocument/2006/customXml" ds:itemID="{4A79D69A-B618-4F1D-B03E-4898CDB7CD46}">
  <ds:schemaRefs>
    <ds:schemaRef ds:uri="http://purl.org/dc/terms/"/>
    <ds:schemaRef ds:uri="http://purl.org/dc/elements/1.1/"/>
    <ds:schemaRef ds:uri="d9d3bc85-2298-417e-8173-e4861f87b0ac"/>
    <ds:schemaRef ds:uri="http://schemas.microsoft.com/office/infopath/2007/PartnerControls"/>
    <ds:schemaRef ds:uri="http://schemas.microsoft.com/office/2006/documentManagement/types"/>
    <ds:schemaRef ds:uri="http://www.w3.org/XML/1998/namespace"/>
    <ds:schemaRef ds:uri="http://schemas.openxmlformats.org/package/2006/metadata/core-properties"/>
    <ds:schemaRef ds:uri="1532bac0-5326-4503-ba2d-f97cb42f07e8"/>
    <ds:schemaRef ds:uri="http://schemas.microsoft.com/office/2006/metadata/properties"/>
    <ds:schemaRef ds:uri="http://purl.org/dc/dcmitype/"/>
    <ds:schemaRef ds:uri="445468e1-6f71-4c44-b477-4186644999e5"/>
    <ds:schemaRef ds:uri="67b97e1a-af86-4a96-97ed-5fa9bfb3ba38"/>
  </ds:schemaRefs>
</ds:datastoreItem>
</file>

<file path=customXml/itemProps3.xml><?xml version="1.0" encoding="utf-8"?>
<ds:datastoreItem xmlns:ds="http://schemas.openxmlformats.org/officeDocument/2006/customXml" ds:itemID="{4F2BA02A-16F2-4074-9256-67A7B45105F8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Titles</Template>
  <TotalTime>0</TotalTime>
  <Words>356</Words>
  <Application>Microsoft Office PowerPoint</Application>
  <PresentationFormat>On-screen Show (16:9)</PresentationFormat>
  <Paragraphs>34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Graphik</vt:lpstr>
      <vt:lpstr>Graphik Semibold</vt:lpstr>
      <vt:lpstr>Wingdings</vt:lpstr>
      <vt:lpstr>Benutzerdefiniertes Design</vt:lpstr>
      <vt:lpstr>think-cell Slide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Standard powerpoint template</dc:title>
  <dc:creator>Cardone, Concetta</dc:creator>
  <cp:lastModifiedBy>Li, Yinan</cp:lastModifiedBy>
  <cp:revision>12</cp:revision>
  <dcterms:created xsi:type="dcterms:W3CDTF">2020-01-28T16:35:53Z</dcterms:created>
  <dcterms:modified xsi:type="dcterms:W3CDTF">2025-03-03T16:06:04Z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0x01010070468E8A427C7042B88C07DEB3AAE194</vt:lpwstr>
  </property>
  <property fmtid="{D5CDD505-2E9C-101B-9397-08002B2CF9AE}" pid="3" name="MediaServiceImageTags">
    <vt:lpwstr/>
  </property>
  <property fmtid="{D5CDD505-2E9C-101B-9397-08002B2CF9AE}" pid="4" name="MSIP_Label_cef7f2da-30d3-430a-a9a4-8103a74342a8_Name">
    <vt:lpwstr>Public</vt:lpwstr>
  </property>
  <property fmtid="{D5CDD505-2E9C-101B-9397-08002B2CF9AE}" pid="5" name="MSIP_Label_cef7f2da-30d3-430a-a9a4-8103a74342a8_Enabled">
    <vt:lpwstr>true</vt:lpwstr>
  </property>
  <property fmtid="{D5CDD505-2E9C-101B-9397-08002B2CF9AE}" pid="6" name="MSIP_Label_cef7f2da-30d3-430a-a9a4-8103a74342a8_ContentBits">
    <vt:lpwstr>0</vt:lpwstr>
  </property>
  <property fmtid="{D5CDD505-2E9C-101B-9397-08002B2CF9AE}" pid="7" name="MSIP_Label_cef7f2da-30d3-430a-a9a4-8103a74342a8_Method">
    <vt:lpwstr>Privileged</vt:lpwstr>
  </property>
  <property fmtid="{D5CDD505-2E9C-101B-9397-08002B2CF9AE}" pid="8" name="MSIP_Label_cef7f2da-30d3-430a-a9a4-8103a74342a8_SiteId">
    <vt:lpwstr>9b511fda-f0b1-43a5-b06e-1e720f64520a</vt:lpwstr>
  </property>
  <property fmtid="{D5CDD505-2E9C-101B-9397-08002B2CF9AE}" pid="9" name="MSIP_Label_cef7f2da-30d3-430a-a9a4-8103a74342a8_SetDate">
    <vt:lpwstr>2021-09-20T17:02:00Z</vt:lpwstr>
  </property>
  <property fmtid="{D5CDD505-2E9C-101B-9397-08002B2CF9AE}" pid="10" name="MSIP_Label_cef7f2da-30d3-430a-a9a4-8103a74342a8_ActionId">
    <vt:lpwstr>f01daed2-ee2b-4c9e-b32d-404ce57b5231</vt:lpwstr>
  </property>
</Properties>
</file>