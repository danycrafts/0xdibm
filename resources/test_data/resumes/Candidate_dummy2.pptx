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54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21735-6C36-4365-95E3-2F9BC86808CF}" v="1" dt="2025-03-03T16:05:55.45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876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, Chun" userId="a91a7d0e-e36c-4f4b-848e-a3297fd47259" providerId="ADAL" clId="{86C70C22-3BD1-4119-9E2F-709149B09A29}"/>
    <pc:docChg chg="undo custSel modSld">
      <pc:chgData name="Jung, Chun" userId="a91a7d0e-e36c-4f4b-848e-a3297fd47259" providerId="ADAL" clId="{86C70C22-3BD1-4119-9E2F-709149B09A29}" dt="2024-10-04T15:26:00.580" v="195" actId="20577"/>
      <pc:docMkLst>
        <pc:docMk/>
      </pc:docMkLst>
      <pc:sldChg chg="modSp mod">
        <pc:chgData name="Jung, Chun" userId="a91a7d0e-e36c-4f4b-848e-a3297fd47259" providerId="ADAL" clId="{86C70C22-3BD1-4119-9E2F-709149B09A29}" dt="2024-10-04T15:26:00.580" v="195" actId="20577"/>
        <pc:sldMkLst>
          <pc:docMk/>
          <pc:sldMk cId="1755652022" sldId="454"/>
        </pc:sldMkLst>
      </pc:sldChg>
    </pc:docChg>
  </pc:docChgLst>
  <pc:docChgLst>
    <pc:chgData name="Li, Yinan" userId="421d868a-c032-4d91-af00-3f1baac01a62" providerId="ADAL" clId="{3EA21735-6C36-4365-95E3-2F9BC86808CF}"/>
    <pc:docChg chg="modSld">
      <pc:chgData name="Li, Yinan" userId="421d868a-c032-4d91-af00-3f1baac01a62" providerId="ADAL" clId="{3EA21735-6C36-4365-95E3-2F9BC86808CF}" dt="2025-03-03T16:06:02.544" v="3" actId="14100"/>
      <pc:docMkLst>
        <pc:docMk/>
      </pc:docMkLst>
      <pc:sldChg chg="modSp mod">
        <pc:chgData name="Li, Yinan" userId="421d868a-c032-4d91-af00-3f1baac01a62" providerId="ADAL" clId="{3EA21735-6C36-4365-95E3-2F9BC86808CF}" dt="2025-03-03T16:06:02.544" v="3" actId="14100"/>
        <pc:sldMkLst>
          <pc:docMk/>
          <pc:sldMk cId="1755652022" sldId="454"/>
        </pc:sldMkLst>
        <pc:spChg chg="mod">
          <ac:chgData name="Li, Yinan" userId="421d868a-c032-4d91-af00-3f1baac01a62" providerId="ADAL" clId="{3EA21735-6C36-4365-95E3-2F9BC86808CF}" dt="2025-03-03T16:06:02.544" v="3" actId="14100"/>
          <ac:spMkLst>
            <pc:docMk/>
            <pc:sldMk cId="1755652022" sldId="454"/>
            <ac:spMk id="3" creationId="{BF2BF599-91F8-48C7-8BDE-B4FFA12D66AE}"/>
          </ac:spMkLst>
        </pc:spChg>
        <pc:spChg chg="mod">
          <ac:chgData name="Li, Yinan" userId="421d868a-c032-4d91-af00-3f1baac01a62" providerId="ADAL" clId="{3EA21735-6C36-4365-95E3-2F9BC86808CF}" dt="2025-03-03T16:05:55.455" v="0"/>
          <ac:spMkLst>
            <pc:docMk/>
            <pc:sldMk cId="1755652022" sldId="454"/>
            <ac:spMk id="19" creationId="{32355C8D-B482-4230-9347-2A41B76B1B0D}"/>
          </ac:spMkLst>
        </pc:spChg>
        <pc:spChg chg="mod">
          <ac:chgData name="Li, Yinan" userId="421d868a-c032-4d91-af00-3f1baac01a62" providerId="ADAL" clId="{3EA21735-6C36-4365-95E3-2F9BC86808CF}" dt="2025-03-03T16:05:55.455" v="0"/>
          <ac:spMkLst>
            <pc:docMk/>
            <pc:sldMk cId="1755652022" sldId="454"/>
            <ac:spMk id="22" creationId="{B57B3A26-AB1B-4820-B23A-F5DA79D27B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0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7059435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Data Scientist</a:t>
            </a:r>
            <a:endParaRPr lang="en-US" dirty="0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4" y="188944"/>
            <a:ext cx="7059435" cy="354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dummy2</a:t>
            </a:r>
            <a:endParaRPr lang="en-US" dirty="0"/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 err="1">
                <a:solidFill>
                  <a:srgbClr val="000000"/>
                </a:solidFill>
              </a:rPr>
              <a:t>Kandidat</a:t>
            </a:r>
            <a:r>
              <a:rPr lang="en-US" sz="900" dirty="0">
                <a:solidFill>
                  <a:srgbClr val="000000"/>
                </a:solidFill>
              </a:rPr>
              <a:t> dummy2 is a Data Scientist in Accenture Data Engineering.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With over 5+ years of experience in data science and data engineering, she has consistently demonstrated key abilities in analytical thinking, creativity, and communication.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knows the various challenges of data-driven projects in the infrastructure, manufacturing, engineering and IT sector. Her toolbox ranges from (statistical) model-based optimization to classical machine learning up to more complex natural language processing models.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holds a masters degree in Data Science at ZHAW.</a:t>
            </a: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24915" y="1255645"/>
            <a:ext cx="5506129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Consumer Goods company in Marketing - Strategic Leadership as DS Lead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Recommend the development of a data mesh architecture featuring 10 data products, utilizing Azure Data Factory and Azure Databricks pipelines for NLP solutions powered by Generative AI​.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Set up the integration of machine learning models into data products for advanced analytics.​</a:t>
            </a: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Retail company - Strategic Leadership in Systems and ETL Development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Advise, lead, and actively participate in high-impact activities throughout the systems development lifecycle.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 Azure data pipelines and Synapse Notebooks to enhance efficiency and reliability.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Lead offshore development team to ensure alignment with project goals and timelines.</a:t>
            </a: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Railway company in Europe - Condition Based Maintenance Project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Implemented ETL pipelines using various big data tools (Apache-Spark, 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Nifi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)​.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Analysis of structured and semi-structured data sources and support in data analysis and/evaluation, Tableau dashboards implementation.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Documentation of DevOps setup in JIRA​.</a:t>
            </a: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IT technology company - Topic Modeling and User Classification (NLP)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Acquisition and pre-processing of data including feature engineering.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Development of machine learning models and implementation to production pipeline.</a:t>
            </a: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IT- Technology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CH" sz="800" dirty="0">
                <a:solidFill>
                  <a:srgbClr val="000000"/>
                </a:solidFill>
                <a:cs typeface="Arial" panose="020B0604020202020204" pitchFamily="34" charset="0"/>
              </a:rPr>
              <a:t>Infrastructure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Manufacturing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Supply Chain</a:t>
            </a: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pt-BR" sz="800" dirty="0">
                <a:solidFill>
                  <a:srgbClr val="000000"/>
                </a:solidFill>
                <a:cs typeface="Arial" panose="020B0604020202020204" pitchFamily="34" charset="0"/>
              </a:rPr>
              <a:t>Python, SQL, R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cs typeface="Arial" panose="020B0604020202020204" pitchFamily="34" charset="0"/>
              </a:rPr>
              <a:t>PySpark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, Jolt, </a:t>
            </a:r>
            <a:r>
              <a:rPr lang="en-US" sz="800" dirty="0" err="1">
                <a:solidFill>
                  <a:srgbClr val="000000"/>
                </a:solidFill>
                <a:cs typeface="Arial" panose="020B0604020202020204" pitchFamily="34" charset="0"/>
              </a:rPr>
              <a:t>Nifi</a:t>
            </a:r>
            <a:endParaRPr lang="en-US" sz="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71450" lvl="1" indent="-17145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AWS(S3, Athena), </a:t>
            </a:r>
            <a:r>
              <a:rPr lang="en-US" sz="800" err="1">
                <a:solidFill>
                  <a:srgbClr val="000000"/>
                </a:solidFill>
                <a:cs typeface="Arial" panose="020B0604020202020204" pitchFamily="34" charset="0"/>
              </a:rPr>
              <a:t>GenAI</a:t>
            </a:r>
            <a:r>
              <a:rPr lang="en-US" sz="800">
                <a:solidFill>
                  <a:srgbClr val="000000"/>
                </a:solidFill>
                <a:cs typeface="Arial" panose="020B0604020202020204" pitchFamily="34" charset="0"/>
              </a:rPr>
              <a:t>, Azure 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(Synapse, Data Factory, Data Lake, Databricks)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German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Swiss German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English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Korean (C2)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C563AB-2272-4F89-8C09-18EF55112C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8" r="13368"/>
          <a:stretch/>
        </p:blipFill>
        <p:spPr>
          <a:xfrm>
            <a:off x="451339" y="1147512"/>
            <a:ext cx="775441" cy="1058408"/>
          </a:xfrm>
          <a:prstGeom prst="rect">
            <a:avLst/>
          </a:prstGeom>
        </p:spPr>
      </p:pic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52302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dummy2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Zurich, Switzerland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Kandidat_dummy2@accenture.com</a:t>
            </a:r>
            <a:endParaRPr lang="en-US" dirty="0"/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652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5468e1-6f71-4c44-b477-4186644999e5" xsi:nil="true"/>
    <lcf76f155ced4ddcb4097134ff3c332f xmlns="67b97e1a-af86-4a96-97ed-5fa9bfb3ba3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281DA2-2383-4F64-8E3E-0836580277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79D69A-B618-4F1D-B03E-4898CDB7CD46}">
  <ds:schemaRefs>
    <ds:schemaRef ds:uri="http://purl.org/dc/terms/"/>
    <ds:schemaRef ds:uri="http://purl.org/dc/elements/1.1/"/>
    <ds:schemaRef ds:uri="d9d3bc85-2298-417e-8173-e4861f87b0ac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1532bac0-5326-4503-ba2d-f97cb42f07e8"/>
    <ds:schemaRef ds:uri="http://schemas.microsoft.com/office/2006/metadata/properties"/>
    <ds:schemaRef ds:uri="http://purl.org/dc/dcmitype/"/>
    <ds:schemaRef ds:uri="445468e1-6f71-4c44-b477-4186644999e5"/>
    <ds:schemaRef ds:uri="67b97e1a-af86-4a96-97ed-5fa9bfb3ba38"/>
  </ds:schemaRefs>
</ds:datastoreItem>
</file>

<file path=customXml/itemProps3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0</TotalTime>
  <Words>356</Words>
  <Application>Microsoft Office PowerPoint</Application>
  <PresentationFormat>On-screen Show (16:9)</PresentationFormat>
  <Paragraphs>34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12</cp:revision>
  <dcterms:created xsi:type="dcterms:W3CDTF">2020-01-28T16:35:53Z</dcterms:created>
  <dcterms:modified xsi:type="dcterms:W3CDTF">2025-03-03T16:06:04Z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  <property fmtid="{D5CDD505-2E9C-101B-9397-08002B2CF9AE}" pid="4" name="MSIP_Label_cef7f2da-30d3-430a-a9a4-8103a74342a8_Name">
    <vt:lpwstr>Public</vt:lpwstr>
  </property>
  <property fmtid="{D5CDD505-2E9C-101B-9397-08002B2CF9AE}" pid="5" name="MSIP_Label_cef7f2da-30d3-430a-a9a4-8103a74342a8_Enabled">
    <vt:lpwstr>true</vt:lpwstr>
  </property>
  <property fmtid="{D5CDD505-2E9C-101B-9397-08002B2CF9AE}" pid="6" name="MSIP_Label_cef7f2da-30d3-430a-a9a4-8103a74342a8_ContentBits">
    <vt:lpwstr>0</vt:lpwstr>
  </property>
  <property fmtid="{D5CDD505-2E9C-101B-9397-08002B2CF9AE}" pid="7" name="MSIP_Label_cef7f2da-30d3-430a-a9a4-8103a74342a8_Method">
    <vt:lpwstr>Privileged</vt:lpwstr>
  </property>
  <property fmtid="{D5CDD505-2E9C-101B-9397-08002B2CF9AE}" pid="8" name="MSIP_Label_cef7f2da-30d3-430a-a9a4-8103a74342a8_SiteId">
    <vt:lpwstr>9b511fda-f0b1-43a5-b06e-1e720f64520a</vt:lpwstr>
  </property>
  <property fmtid="{D5CDD505-2E9C-101B-9397-08002B2CF9AE}" pid="9" name="MSIP_Label_cef7f2da-30d3-430a-a9a4-8103a74342a8_SetDate">
    <vt:lpwstr>2021-09-20T17:02:00Z</vt:lpwstr>
  </property>
  <property fmtid="{D5CDD505-2E9C-101B-9397-08002B2CF9AE}" pid="10" name="MSIP_Label_cef7f2da-30d3-430a-a9a4-8103a74342a8_ActionId">
    <vt:lpwstr>f01daed2-ee2b-4c9e-b32d-404ce57b5231</vt:lpwstr>
  </property>
</Properties>
</file>